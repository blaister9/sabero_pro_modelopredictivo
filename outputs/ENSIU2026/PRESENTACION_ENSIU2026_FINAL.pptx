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col"/>
        <c:grouping val="clustered"/>
        <c:varyColors val="0"/>
        <c:ser>
          <c:idx val="0"/>
          <c:order val="0"/>
          <c:tx>
            <c:v>Filas del panel</c:v>
          </c:tx>
          <c:spPr>
            <a:solidFill>
              <a:srgbClr val="24719B"/>
            </a:solidFill>
          </c:spPr>
          <c:invertIfNegative val="1"/>
          <c:dLbls>
            <c:spPr>
              <a:noFill/>
              <a:ln>
                <a:noFill/>
              </a:ln>
              <a:effectLst/>
            </c:spPr>
            <c:txPr>
              <a:bodyPr anchorCtr="1"/>
              <a:lstStyle/>
              <a:p>
                <a:pPr>
                  <a:defRPr>
                    <a:latin typeface="Gill Sans MT"/>
                    <a:ea typeface="Gill Sans MT"/>
                    <a:cs typeface="Gill Sans MT"/>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Data'!$A$2:$A$6</c:f>
              <c:numCache>
                <c:formatCode>General</c:formatCode>
                <c:ptCount val="5"/>
                <c:pt idx="0">
                  <c:v>2020</c:v>
                </c:pt>
                <c:pt idx="1">
                  <c:v>2021</c:v>
                </c:pt>
                <c:pt idx="2">
                  <c:v>2022</c:v>
                </c:pt>
                <c:pt idx="3">
                  <c:v>2023</c:v>
                </c:pt>
                <c:pt idx="4">
                  <c:v>2024</c:v>
                </c:pt>
              </c:numCache>
            </c:numRef>
          </c:cat>
          <c:val>
            <c:numRef>
              <c:f>'Chart Data'!$B$2:$B$6</c:f>
              <c:numCache>
                <c:formatCode>General</c:formatCode>
                <c:ptCount val="5"/>
                <c:pt idx="0">
                  <c:v>19135</c:v>
                </c:pt>
                <c:pt idx="1">
                  <c:v>24233</c:v>
                </c:pt>
                <c:pt idx="2">
                  <c:v>27722</c:v>
                </c:pt>
                <c:pt idx="3">
                  <c:v>27864</c:v>
                </c:pt>
                <c:pt idx="4">
                  <c:v>28762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3B0-4A60-92B3-6493E1724DAE}"/>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Gill Sans MT"/>
                <a:ea typeface="Gill Sans MT"/>
                <a:cs typeface="Gill Sans MT"/>
              </a:defRPr>
            </a:pPr>
            <a:endParaRPr lang="es-CO"/>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1. Portada</a:t>
            </a:r>
            <a:endParaRPr lang="es-CO" sz="1200"/>
          </a:p>
          <a:p>
            <a:pPr marL="0" indent="0"/>
            <a:r>
              <a:rPr lang="es-CO" sz="1200" b="0">
                <a:solidFill>
                  <a:srgbClr val="0B2D49"/>
                </a:solidFill>
                <a:latin typeface="Gill Sans MT"/>
              </a:rPr>
              <a:t>Buenos días. Soy Edwin Santiago Paz Bedoya, de la Especialización en Inteligencia Artificial de UNIMINUTO Virtual. Presento el trabajo realizado con Nathalia Orozco Morales: Anticipar para Incluir. Estudiamos cómo estimar el desempeño agregado de los programas en Saber Pro y cómo examinar las diferencias del error entre territorios, en el marco de la Misión cuatro.</a:t>
            </a:r>
            <a:endParaRPr lang="es-CO" sz="1200"/>
          </a:p>
          <a:p>
            <a:pPr marL="0" indent="0"/>
            <a:r>
              <a:rPr lang="es-CO" sz="1200" b="0">
                <a:solidFill>
                  <a:srgbClr val="0B2D49"/>
                </a:solidFill>
                <a:latin typeface="Gill Sans MT"/>
              </a:rPr>
              <a:t>Fuentes: Comunicación de ponencia ENSIU 2026, título, autoría y alineación institucional. Logos originales: https://www.uniminuto.edu/ensiu, consultada el 28/09/2026.</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2. Problema y objetivo</a:t>
            </a:r>
            <a:endParaRPr lang="es-CO" sz="1200"/>
          </a:p>
          <a:p>
            <a:pPr marL="0" indent="0"/>
            <a:r>
              <a:rPr lang="es-CO" sz="1200" b="0">
                <a:solidFill>
                  <a:srgbClr val="0B2D49"/>
                </a:solidFill>
                <a:latin typeface="Gill Sans MT"/>
              </a:rPr>
              <a:t>Los resultados de Saber Pro se publican meses después de la aplicación. Ese desfase motiva el objetivo: estimar el promedio global de un programa usando su información histórica pública del ICFES.</a:t>
            </a:r>
            <a:endParaRPr lang="es-CO" sz="1200"/>
          </a:p>
          <a:p>
            <a:pPr marL="0" indent="0"/>
            <a:r>
              <a:rPr lang="es-CO" sz="1200" b="0">
                <a:solidFill>
                  <a:srgbClr val="0B2D49"/>
                </a:solidFill>
                <a:latin typeface="Gill Sans MT"/>
              </a:rPr>
              <a:t>El trabajo se vincula con Datos para la equidad y con la sistematización de información territorial. Queremos examinar dónde una estimación funciona mejor y dónde exige más cautela.</a:t>
            </a:r>
            <a:endParaRPr lang="es-CO" sz="1200"/>
          </a:p>
          <a:p>
            <a:pPr marL="0" indent="0"/>
            <a:r>
              <a:rPr lang="es-CO" sz="1200" b="0">
                <a:solidFill>
                  <a:srgbClr val="0B2D49"/>
                </a:solidFill>
                <a:latin typeface="Gill Sans MT"/>
              </a:rPr>
              <a:t>La evaluación es retrospectiva. Un uso anticipado requiere comprobar que todas las variables estén disponibles en el momento de predecir. Estudiamos resultados agregados de programas, no puntajes individuales ni una intervención educativa ya validada.</a:t>
            </a:r>
            <a:endParaRPr lang="es-CO" sz="1200"/>
          </a:p>
          <a:p>
            <a:pPr marL="0" indent="0"/>
            <a:r>
              <a:rPr lang="es-CO" sz="1200" b="0">
                <a:solidFill>
                  <a:srgbClr val="0B2D49"/>
                </a:solidFill>
                <a:latin typeface="Gill Sans MT"/>
              </a:rPr>
              <a:t>Fuentes: Comunicación de ponencia ENSIU 2026, apartados S y T y alineación institucional.</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3. Datos y construcción del panel</a:t>
            </a:r>
            <a:endParaRPr lang="es-CO" sz="1200"/>
          </a:p>
          <a:p>
            <a:pPr marL="0" indent="0"/>
            <a:r>
              <a:rPr lang="es-CO" sz="1200" b="0">
                <a:solidFill>
                  <a:srgbClr val="0B2D49"/>
                </a:solidFill>
                <a:latin typeface="Gill Sans MT"/>
              </a:rPr>
              <a:t>Utilizamos reportes públicos del ICFES de dos mil veinte a dos mil veinticuatro. Reorganizamos las medidas que venían en filas separadas para reunirlas en columnas comparables. El panel contiene ciento veintisiete mil setecientas dieciséis observaciones agregadas.</a:t>
            </a:r>
            <a:endParaRPr lang="es-CO" sz="1200"/>
          </a:p>
          <a:p>
            <a:pPr marL="0" indent="0"/>
            <a:r>
              <a:rPr lang="es-CO" sz="1200" b="0">
                <a:solidFill>
                  <a:srgbClr val="0B2D49"/>
                </a:solidFill>
                <a:latin typeface="Gill Sans MT"/>
              </a:rPr>
              <a:t>Cada fila combina institución, programa, prueba y año. El total no equivale a estudiantes ni a programas únicos. Las barras muestran la cantidad de observaciones de cada año.</a:t>
            </a:r>
            <a:endParaRPr lang="es-CO" sz="1200"/>
          </a:p>
          <a:p>
            <a:pPr marL="0" indent="0"/>
            <a:r>
              <a:rPr lang="es-CO" sz="1200" b="0">
                <a:solidFill>
                  <a:srgbClr val="0B2D49"/>
                </a:solidFill>
                <a:latin typeface="Gill Sans MT"/>
              </a:rPr>
              <a:t>El historial de cada entidad permite construir los rezagos: valores de observaciones anteriores disponibles. Como la cobertura cambia, un rezago no necesariamente corresponde al año calendario inmediatamente anterior. Esta precisión importa al interpretar el modelo.</a:t>
            </a:r>
            <a:endParaRPr lang="es-CO" sz="1200"/>
          </a:p>
          <a:p>
            <a:pPr marL="0" indent="0"/>
            <a:r>
              <a:rPr lang="es-CO" sz="1200" b="0">
                <a:solidFill>
                  <a:srgbClr val="0B2D49"/>
                </a:solidFill>
                <a:latin typeface="Gill Sans MT"/>
              </a:rPr>
              <a:t>Fuentes: Reportes públicos ICFES 2020–2024; gráfico y libro incrustado originales del proyecto. Unidad: institución, programa, prueba y año.</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4. Control de fuga y esquema de evaluación</a:t>
            </a:r>
            <a:endParaRPr lang="es-CO" sz="1200"/>
          </a:p>
          <a:p>
            <a:pPr marL="0" indent="0"/>
            <a:r>
              <a:rPr lang="es-CO" sz="1200" b="0">
                <a:solidFill>
                  <a:srgbClr val="0B2D49"/>
                </a:solidFill>
                <a:latin typeface="Gill Sans MT"/>
              </a:rPr>
              <a:t>Entrenamos con los años dos mil veinte a dos mil veintitrés, que reúnen noventa y ocho mil novecientas cincuenta y cuatro observaciones. Reservamos dos mil veinticuatro como test externo, con veintiocho mil setecientas sesenta y dos.</a:t>
            </a:r>
            <a:endParaRPr lang="es-CO" sz="1200"/>
          </a:p>
          <a:p>
            <a:pPr marL="0" indent="0"/>
            <a:r>
              <a:rPr lang="es-CO" sz="1200" b="0">
                <a:solidFill>
                  <a:srgbClr val="0B2D49"/>
                </a:solidFill>
                <a:latin typeface="Gill Sans MT"/>
              </a:rPr>
              <a:t>La fuga de información ocurre cuando el modelo recibe una pista que no tendría al hacer una predicción real. Por ejemplo, usar puntajes o niveles de desempeño del mismo ciclo que queremos anticipar puede producir una evaluación demasiado favorable.</a:t>
            </a:r>
            <a:endParaRPr lang="es-CO" sz="1200"/>
          </a:p>
          <a:p>
            <a:pPr marL="0" indent="0"/>
            <a:r>
              <a:rPr lang="es-CO" sz="1200" b="0">
                <a:solidFill>
                  <a:srgbClr val="0B2D49"/>
                </a:solidFill>
                <a:latin typeface="Gill Sans MT"/>
              </a:rPr>
              <a:t>La auditoría identificó seis tipos de fuga. Se excluyeron esas variables contemporáneas y se construyeron rezagos con observaciones previas. La separación del test es temporal y externa; esto no demuestra que todos los pasos de validación interna sean completamente temporales. Ese alcance forma parte de las limitaciones.</a:t>
            </a:r>
            <a:endParaRPr lang="es-CO" sz="1200"/>
          </a:p>
          <a:p>
            <a:pPr marL="0" indent="0"/>
            <a:r>
              <a:rPr lang="es-CO" sz="1200" b="0">
                <a:solidFill>
                  <a:srgbClr val="0B2D49"/>
                </a:solidFill>
                <a:latin typeface="Gill Sans MT"/>
              </a:rPr>
              <a:t>Fuentes: Auditoría metodológica archivada del proyecto. No se atribuye carácter completamente temporal a la validación interna.</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5. Modelos evaluados</a:t>
            </a:r>
            <a:endParaRPr lang="es-CO" sz="1200"/>
          </a:p>
          <a:p>
            <a:pPr marL="0" indent="0"/>
            <a:r>
              <a:rPr lang="es-CO" sz="1200" b="0">
                <a:solidFill>
                  <a:srgbClr val="0B2D49"/>
                </a:solidFill>
                <a:latin typeface="Gill Sans MT"/>
              </a:rPr>
              <a:t>Comparamos cuatro modelos. Ridge y Lasso son regresiones lineales que restringen la complejidad para reducir el sobreajuste.</a:t>
            </a:r>
            <a:endParaRPr lang="es-CO" sz="1200"/>
          </a:p>
          <a:p>
            <a:pPr marL="0" indent="0"/>
            <a:r>
              <a:rPr lang="es-CO" sz="1200" b="0">
                <a:solidFill>
                  <a:srgbClr val="0B2D49"/>
                </a:solidFill>
                <a:latin typeface="Gill Sans MT"/>
              </a:rPr>
              <a:t>LightGBM combina árboles de decisión, de modo que los nuevos árboles corrigen errores del conjunto anterior. Ajustamos su configuración mediante cincuenta ensayos con Optuna.</a:t>
            </a:r>
            <a:endParaRPr lang="es-CO" sz="1200"/>
          </a:p>
          <a:p>
            <a:pPr marL="0" indent="0"/>
            <a:r>
              <a:rPr lang="es-CO" sz="1200" b="0">
                <a:solidFill>
                  <a:srgbClr val="0B2D49"/>
                </a:solidFill>
                <a:latin typeface="Gill Sans MT"/>
              </a:rPr>
              <a:t>El Transformer utiliza atención sobre secuencias históricas: aprende a dar distinto peso a sus componentes.</a:t>
            </a:r>
            <a:endParaRPr lang="es-CO" sz="1200"/>
          </a:p>
          <a:p>
            <a:pPr marL="0" indent="0"/>
            <a:r>
              <a:rPr lang="es-CO" sz="1200" b="0">
                <a:solidFill>
                  <a:srgbClr val="0B2D49"/>
                </a:solidFill>
                <a:latin typeface="Gill Sans MT"/>
              </a:rPr>
              <a:t>Las configuraciones comparadas tienen diferencias de entradas y de muestras efectivas. Por eso, la comparación describe lo que ocurrió en este estudio. No permite atribuir toda diferencia a la arquitectura ni afirmar que un modelo siempre será superior.</a:t>
            </a:r>
            <a:endParaRPr lang="es-CO" sz="1200"/>
          </a:p>
          <a:p>
            <a:pPr marL="0" indent="0"/>
            <a:r>
              <a:rPr lang="es-CO" sz="1200" b="0">
                <a:solidFill>
                  <a:srgbClr val="0B2D49"/>
                </a:solidFill>
                <a:latin typeface="Gill Sans MT"/>
              </a:rPr>
              <a:t>Fuentes: outputs/reports/decision_modelo_final.txt; outputs/reports/decision_transformer.txt. Comparación limitada a configuraciones evaluadas.</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6. Desempeño global de LightGBM</a:t>
            </a:r>
            <a:endParaRPr lang="es-CO" sz="1200"/>
          </a:p>
          <a:p>
            <a:pPr marL="0" indent="0"/>
            <a:r>
              <a:rPr lang="es-CO" sz="1200" b="0">
                <a:solidFill>
                  <a:srgbClr val="0B2D49"/>
                </a:solidFill>
                <a:latin typeface="Gill Sans MT"/>
              </a:rPr>
              <a:t>En el test externo de dos mil veinticuatro, LightGBM obtuvo un RMSE de nueve coma treinta y tres puntos, un MAE de seis coma veintiuno y un R cuadrado de cero coma setecientos seis.</a:t>
            </a:r>
            <a:endParaRPr lang="es-CO" sz="1200"/>
          </a:p>
          <a:p>
            <a:pPr marL="0" indent="0"/>
            <a:r>
              <a:rPr lang="es-CO" sz="1200" b="0">
                <a:solidFill>
                  <a:srgbClr val="0B2D49"/>
                </a:solidFill>
                <a:latin typeface="Gill Sans MT"/>
              </a:rPr>
              <a:t>La gráfica compara el valor real, en el eje horizontal, con el predicho, en el vertical. Cuanto más cerca está un punto de la diagonal, menor es su error.</a:t>
            </a:r>
            <a:endParaRPr lang="es-CO" sz="1200"/>
          </a:p>
          <a:p>
            <a:pPr marL="0" indent="0"/>
            <a:r>
              <a:rPr lang="es-CO" sz="1200" b="0">
                <a:solidFill>
                  <a:srgbClr val="0B2D49"/>
                </a:solidFill>
                <a:latin typeface="Gill Sans MT"/>
              </a:rPr>
              <a:t>El MAE promedia las distancias absolutas entre predicción y resultado. El RMSE eleva los errores al cuadrado, los promedia y toma la raíz. Así da más peso a los errores grandes y se expresa en puntos del puntaje.</a:t>
            </a:r>
            <a:endParaRPr lang="es-CO" sz="1200"/>
          </a:p>
          <a:p>
            <a:pPr marL="0" indent="0"/>
            <a:r>
              <a:rPr lang="es-CO" sz="1200" b="0">
                <a:solidFill>
                  <a:srgbClr val="0B2D49"/>
                </a:solidFill>
                <a:latin typeface="Gill Sans MT"/>
              </a:rPr>
              <a:t>R cuadrado compara el error cuadrático del modelo con el de una referencia basada en el promedio observado. No es porcentaje de aciertos. Ninguna de estas medidas garantiza un error máximo para cada predicción.</a:t>
            </a:r>
            <a:endParaRPr lang="es-CO" sz="1200"/>
          </a:p>
          <a:p>
            <a:pPr marL="0" indent="0"/>
            <a:r>
              <a:rPr lang="es-CO" sz="1200" b="0">
                <a:solidFill>
                  <a:srgbClr val="0B2D49"/>
                </a:solidFill>
                <a:latin typeface="Gill Sans MT"/>
              </a:rPr>
              <a:t>Fuentes: outputs/metrics/baseline_metrics.csv; outputs/figures/lgbm_predicho_vs_real.png.</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7. Comparación de modelos</a:t>
            </a:r>
            <a:endParaRPr lang="es-CO" sz="1200"/>
          </a:p>
          <a:p>
            <a:pPr marL="0" indent="0"/>
            <a:r>
              <a:rPr lang="es-CO" sz="1200" b="0">
                <a:solidFill>
                  <a:srgbClr val="0B2D49"/>
                </a:solidFill>
                <a:latin typeface="Gill Sans MT"/>
              </a:rPr>
              <a:t>En la tabla, Ridge tiene un RMSE cercano a diez coma veintitrés puntos y Lasso, a diez coma cero siete. LightGBM presenta nueve coma treinta y tres, el menor valor de esta comparación.</a:t>
            </a:r>
            <a:endParaRPr lang="es-CO" sz="1200"/>
          </a:p>
          <a:p>
            <a:pPr marL="0" indent="0"/>
            <a:r>
              <a:rPr lang="es-CO" sz="1200" b="0">
                <a:solidFill>
                  <a:srgbClr val="0B2D49"/>
                </a:solidFill>
                <a:latin typeface="Gill Sans MT"/>
              </a:rPr>
              <a:t>El Transformer alcanzó dieciséis coma ochenta y seis. Su MAE figura como no disponible en la tabla científica que estamos presentando.</a:t>
            </a:r>
            <a:endParaRPr lang="es-CO" sz="1200"/>
          </a:p>
          <a:p>
            <a:pPr marL="0" indent="0"/>
            <a:r>
              <a:rPr lang="es-CO" sz="1200" b="0">
                <a:solidFill>
                  <a:srgbClr val="0B2D49"/>
                </a:solidFill>
                <a:latin typeface="Gill Sans MT"/>
              </a:rPr>
              <a:t>Un RMSE menor indica menos error bajo esta medida. LightGBM obtuvo también el mayor R cuadrado, pero esta ventaja corresponde al test de dos mil veinticuatro y a las configuraciones evaluadas. Necesitamos otros cortes temporales para examinar si el resultado se mantiene.</a:t>
            </a:r>
            <a:endParaRPr lang="es-CO" sz="1200"/>
          </a:p>
          <a:p>
            <a:pPr marL="0" indent="0"/>
            <a:r>
              <a:rPr lang="es-CO" sz="1200" b="0">
                <a:solidFill>
                  <a:srgbClr val="0B2D49"/>
                </a:solidFill>
                <a:latin typeface="Gill Sans MT"/>
              </a:rPr>
              <a:t>Fuentes: outputs/metrics/baseline_metrics.csv; outputs/reports/decision_transformer.txt. Se conserva la tabla científica original, incluido MAE no disponible para Transformer.</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8. Interpretabilidad mediante SHAP</a:t>
            </a:r>
            <a:endParaRPr lang="es-CO" sz="1200"/>
          </a:p>
          <a:p>
            <a:pPr marL="0" indent="0"/>
            <a:r>
              <a:rPr lang="es-CO" sz="1200" b="0">
                <a:solidFill>
                  <a:srgbClr val="0B2D49"/>
                </a:solidFill>
                <a:latin typeface="Gill Sans MT"/>
              </a:rPr>
              <a:t>Usamos SHAP, que podemos pronunciar “shap”, para describir cuánto contribuye cada variable a una predicción del modelo, respecto de una referencia.</a:t>
            </a:r>
            <a:endParaRPr lang="es-CO" sz="1200"/>
          </a:p>
          <a:p>
            <a:pPr marL="0" indent="0"/>
            <a:r>
              <a:rPr lang="es-CO" sz="1200" b="0">
                <a:solidFill>
                  <a:srgbClr val="0B2D49"/>
                </a:solidFill>
                <a:latin typeface="Gill Sans MT"/>
              </a:rPr>
              <a:t>Los rezagos históricos concentran gran parte de la señal predictiva. Destacan el resultado global previo más reciente, el segundo rezago global y el rezago de la prueba.</a:t>
            </a:r>
            <a:endParaRPr lang="es-CO" sz="1200"/>
          </a:p>
          <a:p>
            <a:pPr marL="0" indent="0"/>
            <a:r>
              <a:rPr lang="es-CO" sz="1200" b="0">
                <a:solidFill>
                  <a:srgbClr val="0B2D49"/>
                </a:solidFill>
                <a:latin typeface="Gill Sans MT"/>
              </a:rPr>
              <a:t>En la figura, hacia la derecha aparecen contribuciones que aumentan la predicción y hacia la izquierda, contribuciones que la reducen. Los colores distinguen valores altos y bajos de la variable.</a:t>
            </a:r>
            <a:endParaRPr lang="es-CO" sz="1200"/>
          </a:p>
          <a:p>
            <a:pPr marL="0" indent="0"/>
            <a:r>
              <a:rPr lang="es-CO" sz="1200" b="0">
                <a:solidFill>
                  <a:srgbClr val="0B2D49"/>
                </a:solidFill>
                <a:latin typeface="Gill Sans MT"/>
              </a:rPr>
              <a:t>Esta lectura explica cómo el modelo utiliza la información. No demuestra que una variable cause el resultado educativo, ni que modificarla produzca una mejora. La utilidad de SHAP aquí es describir el comportamiento predictivo y sus límites.</a:t>
            </a:r>
            <a:endParaRPr lang="es-CO" sz="1200"/>
          </a:p>
          <a:p>
            <a:pPr marL="0" indent="0"/>
            <a:r>
              <a:rPr lang="es-CO" sz="1200" b="0">
                <a:solidFill>
                  <a:srgbClr val="0B2D49"/>
                </a:solidFill>
                <a:latin typeface="Gill Sans MT"/>
              </a:rPr>
              <a:t>Fuentes: outputs/figures/lgbm_shap_beeswarm.png. SHAP es una explicación predictiva, no causal.</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9. Análisis de error y limitaciones</a:t>
            </a:r>
            <a:endParaRPr lang="es-CO" sz="1200"/>
          </a:p>
          <a:p>
            <a:pPr marL="0" indent="0"/>
            <a:r>
              <a:rPr lang="es-CO" sz="1200" b="0">
                <a:solidFill>
                  <a:srgbClr val="0B2D49"/>
                </a:solidFill>
                <a:latin typeface="Gill Sans MT"/>
              </a:rPr>
              <a:t>Esta diapositiva reúne dos desagregaciones. La figura izquierda muestra el error por Núcleo Básico del Conocimiento, es decir, por áreas de formación. Las cifras de la derecha corresponden a departamentos. Son análisis distintos.</a:t>
            </a:r>
            <a:endParaRPr lang="es-CO" sz="1200"/>
          </a:p>
          <a:p>
            <a:pPr marL="0" indent="0"/>
            <a:r>
              <a:rPr lang="es-CO" sz="1200" b="0">
                <a:solidFill>
                  <a:srgbClr val="0B2D49"/>
                </a:solidFill>
                <a:latin typeface="Gill Sans MT"/>
              </a:rPr>
              <a:t>En Sucre el RMSE es de aproximadamente trece puntos; en Chocó, doce; y en Putumayo, once. El error territorial resume las diferencias entre predicciones y resultados dentro de cada grupo.</a:t>
            </a:r>
            <a:endParaRPr lang="es-CO" sz="1200"/>
          </a:p>
          <a:p>
            <a:pPr marL="0" indent="0"/>
            <a:r>
              <a:rPr lang="es-CO" sz="1200" b="0">
                <a:solidFill>
                  <a:srgbClr val="0B2D49"/>
                </a:solidFill>
                <a:latin typeface="Gill Sans MT"/>
              </a:rPr>
              <a:t>Estas diferencias son descriptivas. No demuestran que el desarrollo económico cause más error ni que el modelo haya probado brechas socioeconómicas. Tampoco bastan para decidir por sí solas qué programa necesita una intervención.</a:t>
            </a:r>
            <a:endParaRPr lang="es-CO" sz="1200"/>
          </a:p>
          <a:p>
            <a:pPr marL="0" indent="0"/>
            <a:r>
              <a:rPr lang="es-CO" sz="1200" b="0">
                <a:solidFill>
                  <a:srgbClr val="0B2D49"/>
                </a:solidFill>
                <a:latin typeface="Gill Sans MT"/>
              </a:rPr>
              <a:t>Su relación con la equidad consiste en reconocer que la calidad predictiva no es uniforme y que debe revisarse antes de apoyar decisiones. Tenemos un solo año de prueba externa y datos agregados sin covariables socioeconómicas. Hace falta mejorar la información y contrastar cualquier uso con el contexto de cada territorio.</a:t>
            </a:r>
            <a:endParaRPr lang="es-CO" sz="1200"/>
          </a:p>
          <a:p>
            <a:pPr marL="0" indent="0"/>
            <a:r>
              <a:rPr lang="es-CO" sz="1200" b="0">
                <a:solidFill>
                  <a:srgbClr val="0B2D49"/>
                </a:solidFill>
                <a:latin typeface="Gill Sans MT"/>
              </a:rPr>
              <a:t>Fuentes: Izquierda: outputs/figures/lgbm_error_por_nbc.png. Derecha: cifras aproximadas departamentales del resultado científico archivado; outputs/metrics/metricas_lgbm_por_depto.csv. Análisis descriptivo.</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r>
              <a:rPr lang="es-CO" sz="1200" b="0">
                <a:solidFill>
                  <a:srgbClr val="0B2D49"/>
                </a:solidFill>
                <a:latin typeface="Gill Sans MT"/>
              </a:rPr>
              <a:t>10. Conclusiones</a:t>
            </a:r>
            <a:endParaRPr lang="es-CO" sz="1200"/>
          </a:p>
          <a:p>
            <a:pPr marL="0" indent="0"/>
            <a:r>
              <a:rPr lang="es-CO" sz="1200" b="0">
                <a:solidFill>
                  <a:srgbClr val="0B2D49"/>
                </a:solidFill>
                <a:latin typeface="Gill Sans MT"/>
              </a:rPr>
              <a:t>LightGBM alcanzó un RMSE de nueve coma treinta y tres y un R cuadrado de cero coma setecientos seis en el test de dos mil veinticuatro. Los rezagos históricos aportaron la mayor señal predictiva observada.</a:t>
            </a:r>
            <a:endParaRPr lang="es-CO" sz="1200"/>
          </a:p>
          <a:p>
            <a:pPr marL="0" indent="0"/>
            <a:r>
              <a:rPr lang="es-CO" sz="1200" b="0">
                <a:solidFill>
                  <a:srgbClr val="0B2D49"/>
                </a:solidFill>
                <a:latin typeface="Gill Sans MT"/>
              </a:rPr>
              <a:t>El trabajo incluye un módulo de inferencia con indicadores empíricos de confianza, llamados flags. Son señales de cautela sobre la información disponible. No son intervalos de confianza calibrados.</a:t>
            </a:r>
            <a:endParaRPr lang="es-CO" sz="1200"/>
          </a:p>
          <a:p>
            <a:pPr marL="0" indent="0"/>
            <a:r>
              <a:rPr lang="es-CO" sz="1200" b="0">
                <a:solidFill>
                  <a:srgbClr val="0B2D49"/>
                </a:solidFill>
                <a:latin typeface="Gill Sans MT"/>
              </a:rPr>
              <a:t>Antes de un uso institucional necesitamos evaluar otros períodos y revisar las diferencias entre grupos. La validación walk-forward significa repetir la evaluación avanzando el corte temporal. También se requieren mejores datos y una evaluación institucional con enfoque de equidad territorial.</a:t>
            </a:r>
            <a:endParaRPr lang="es-CO" sz="1200"/>
          </a:p>
          <a:p>
            <a:pPr marL="0" indent="0"/>
            <a:r>
              <a:rPr lang="es-CO" sz="1200" b="0">
                <a:solidFill>
                  <a:srgbClr val="0B2D49"/>
                </a:solidFill>
                <a:latin typeface="Gill Sans MT"/>
              </a:rPr>
              <a:t>El aporte actual es una base predictiva evaluada y una descripción de sus límites. El impacto del acompañamiento o de una intervención curricular sigue pendiente de comprobación. Muchas gracias.</a:t>
            </a:r>
            <a:endParaRPr lang="es-CO" sz="1200"/>
          </a:p>
          <a:p>
            <a:pPr marL="0" indent="0"/>
            <a:r>
              <a:rPr lang="es-CO" sz="1200" b="0">
                <a:solidFill>
                  <a:srgbClr val="0B2D49"/>
                </a:solidFill>
                <a:latin typeface="Gill Sans MT"/>
              </a:rPr>
              <a:t>Fuentes: Resultados archivados del proyecto y comunicación de ponencia ENSIU 2026. Validación e impacto institucional pendientes.</a:t>
            </a:r>
            <a:endParaRPr lang="es-CO" sz="120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538ED-42D1-45A2-92B6-6E46B2FF4FEE}"/>
              </a:ext>
            </a:extLst>
          </p:cNvPr>
          <p:cNvSpPr>
            <a:spLocks noGrp="1"/>
          </p:cNvSpPr>
          <p:nvPr>
            <p:ph type="ctrTitle"/>
          </p:nvPr>
        </p:nvSpPr>
        <p:spPr>
          <a:xfrm>
            <a:off x="4131106" y="2660770"/>
            <a:ext cx="7132635" cy="1536460"/>
          </a:xfrm>
        </p:spPr>
        <p:txBody>
          <a:bodyPr anchor="b">
            <a:normAutofit/>
          </a:bodyPr>
          <a:lstStyle>
            <a:lvl1pPr algn="ctr">
              <a:buNone/>
              <a:defRPr sz="3200">
                <a:solidFill>
                  <a:srgbClr val="FFFF00"/>
                </a:solidFill>
                <a:latin typeface="Arial"/>
                <a:ea typeface="Arial"/>
                <a:cs typeface="Arial"/>
              </a:defRPr>
            </a:lvl1pPr>
          </a:lstStyle>
          <a:p>
            <a:r>
              <a:t>Haga clic para modificar el estilo de título del patrón</a:t>
            </a:r>
          </a:p>
        </p:txBody>
      </p:sp>
      <p:sp>
        <p:nvSpPr>
          <p:cNvPr id="3" name="Subtitle 2">
            <a:extLst>
              <a:ext uri="{FF2B5EF4-FFF2-40B4-BE49-F238E27FC236}">
                <a16:creationId xmlns:a16="http://schemas.microsoft.com/office/drawing/2014/main" id="{EC9610A8-CEB1-4CED-BFB3-4695B63C4CB2}"/>
              </a:ext>
            </a:extLst>
          </p:cNvPr>
          <p:cNvSpPr>
            <a:spLocks noGrp="1"/>
          </p:cNvSpPr>
          <p:nvPr>
            <p:ph type="subTitle" idx="1"/>
          </p:nvPr>
        </p:nvSpPr>
        <p:spPr>
          <a:xfrm>
            <a:off x="4131110" y="4135784"/>
            <a:ext cx="6693634" cy="1654967"/>
          </a:xfrm>
        </p:spPr>
        <p:txBody>
          <a:bodyPr anchor="t">
            <a:normAutofit/>
          </a:bodyPr>
          <a:lstStyle>
            <a:lvl1pPr marL="0" indent="0" algn="ctr">
              <a:buNone/>
              <a:defRPr sz="1600" cap="all">
                <a:solidFill>
                  <a:srgbClr val="FFFF00"/>
                </a:solidFill>
                <a:latin typeface="Arial"/>
                <a:ea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Haga clic para modificar el estilo de subtítulo del patrón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2EDD1-960D-468B-946B-A7F00AEA7182}"/>
              </a:ext>
            </a:extLst>
          </p:cNvPr>
          <p:cNvSpPr>
            <a:spLocks noGrp="1"/>
          </p:cNvSpPr>
          <p:nvPr>
            <p:ph type="title"/>
          </p:nvPr>
        </p:nvSpPr>
        <p:spPr>
          <a:xfrm>
            <a:off x="2963283" y="1774533"/>
            <a:ext cx="9426806" cy="462924"/>
          </a:xfrm>
        </p:spPr>
        <p:txBody>
          <a:bodyPr/>
          <a:lstStyle>
            <a:lvl1pPr algn="ctr">
              <a:buNone/>
              <a:defRPr>
                <a:solidFill>
                  <a:srgbClr val="FFFF00"/>
                </a:solidFill>
              </a:defRPr>
            </a:lvl1pPr>
          </a:lstStyle>
          <a:p>
            <a:r>
              <a:t>Haga clic para modificar el estilo de título del patrón</a:t>
            </a:r>
          </a:p>
        </p:txBody>
      </p:sp>
      <p:sp>
        <p:nvSpPr>
          <p:cNvPr id="3" name="Content Placeholder 2">
            <a:extLst>
              <a:ext uri="{FF2B5EF4-FFF2-40B4-BE49-F238E27FC236}">
                <a16:creationId xmlns:a16="http://schemas.microsoft.com/office/drawing/2014/main" id="{D5C7B194-C4CF-4E66-B054-855CA1968D6D}"/>
              </a:ext>
            </a:extLst>
          </p:cNvPr>
          <p:cNvSpPr>
            <a:spLocks noGrp="1"/>
          </p:cNvSpPr>
          <p:nvPr>
            <p:ph idx="1"/>
          </p:nvPr>
        </p:nvSpPr>
        <p:spPr>
          <a:xfrm>
            <a:off x="2985247" y="2523736"/>
            <a:ext cx="9063417" cy="3678303"/>
          </a:xfrm>
        </p:spPr>
        <p:txBody>
          <a:bodyPr/>
          <a:lstStyle>
            <a:lvl1pPr marL="306000" indent="-306000">
              <a:buClr>
                <a:srgbClr val="FF6600"/>
              </a:buClr>
              <a:buFont typeface="Wingdings"/>
              <a:buChar char="§"/>
              <a:defRPr>
                <a:solidFill>
                  <a:srgbClr val="FFFF00"/>
                </a:solidFill>
                <a:latin typeface="Arial"/>
                <a:ea typeface="Arial"/>
                <a:cs typeface="Arial"/>
              </a:defRPr>
            </a:lvl1pPr>
            <a:lvl2pPr marL="630000" indent="-306000">
              <a:buClr>
                <a:srgbClr val="FF6600"/>
              </a:buClr>
              <a:buFont typeface="Wingdings"/>
              <a:buChar char="§"/>
              <a:defRPr>
                <a:solidFill>
                  <a:srgbClr val="FFFF00"/>
                </a:solidFill>
                <a:latin typeface="Arial"/>
                <a:ea typeface="Arial"/>
                <a:cs typeface="Arial"/>
              </a:defRPr>
            </a:lvl2pPr>
            <a:lvl3pPr marL="900000" indent="-270000">
              <a:buClr>
                <a:srgbClr val="FF6600"/>
              </a:buClr>
              <a:buFont typeface="Wingdings"/>
              <a:buChar char="§"/>
              <a:defRPr>
                <a:solidFill>
                  <a:srgbClr val="FFFF00"/>
                </a:solidFill>
                <a:latin typeface="Arial"/>
                <a:ea typeface="Arial"/>
                <a:cs typeface="Arial"/>
              </a:defRPr>
            </a:lvl3pPr>
            <a:lvl4pPr marL="1242000" indent="-234000">
              <a:buClr>
                <a:srgbClr val="FF6600"/>
              </a:buClr>
              <a:buFont typeface="Wingdings"/>
              <a:buChar char="§"/>
              <a:defRPr>
                <a:solidFill>
                  <a:srgbClr val="FFFF00"/>
                </a:solidFill>
                <a:latin typeface="Arial"/>
                <a:ea typeface="Arial"/>
                <a:cs typeface="Arial"/>
              </a:defRPr>
            </a:lvl4pPr>
            <a:lvl5pPr marL="1602000" indent="-234000">
              <a:buClr>
                <a:srgbClr val="FF6600"/>
              </a:buClr>
              <a:buFont typeface="Wingdings"/>
              <a:buChar char="§"/>
              <a:defRPr>
                <a:solidFill>
                  <a:srgbClr val="FFFF00"/>
                </a:solidFill>
                <a:latin typeface="Arial"/>
                <a:ea typeface="Arial"/>
                <a:cs typeface="Arial"/>
              </a:defRPr>
            </a:lvl5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Date Placeholder 3">
            <a:extLst>
              <a:ext uri="{FF2B5EF4-FFF2-40B4-BE49-F238E27FC236}">
                <a16:creationId xmlns:a16="http://schemas.microsoft.com/office/drawing/2014/main" id="{47B96C9F-434A-4428-B6AA-9FEDB5F84BD0}"/>
              </a:ext>
            </a:extLst>
          </p:cNvPr>
          <p:cNvSpPr>
            <a:spLocks noGrp="1"/>
          </p:cNvSpPr>
          <p:nvPr>
            <p:ph type="dt" idx="10"/>
          </p:nvPr>
        </p:nvSpPr>
        <p:spPr>
          <a:xfrm>
            <a:off x="7605951" y="6413338"/>
            <a:ext cx="2844799" cy="365125"/>
          </a:xfrm>
        </p:spPr>
        <p:txBody>
          <a:bodyPr/>
          <a:lstStyle>
            <a:lvl1pPr>
              <a:buNone/>
              <a:defRPr>
                <a:solidFill>
                  <a:schemeClr val="bg1"/>
                </a:solidFill>
              </a:defRPr>
            </a:lvl1pPr>
          </a:lstStyle>
          <a:p>
            <a:fld id="{59A96ECF-3AFB-4639-9295-D19CB2B28DE5}" type="datetimeFigureOut">
              <a:t>15/09/2026</a:t>
            </a:fld>
            <a:endParaRPr/>
          </a:p>
        </p:txBody>
      </p:sp>
      <p:sp>
        <p:nvSpPr>
          <p:cNvPr id="5" name="Footer Placeholder 4">
            <a:extLst>
              <a:ext uri="{FF2B5EF4-FFF2-40B4-BE49-F238E27FC236}">
                <a16:creationId xmlns:a16="http://schemas.microsoft.com/office/drawing/2014/main" id="{01B2B728-F376-4574-801A-38DDEF311165}"/>
              </a:ext>
            </a:extLst>
          </p:cNvPr>
          <p:cNvSpPr>
            <a:spLocks noGrp="1"/>
          </p:cNvSpPr>
          <p:nvPr>
            <p:ph type="ftr" idx="11"/>
          </p:nvPr>
        </p:nvSpPr>
        <p:spPr>
          <a:xfrm>
            <a:off x="581192" y="6409012"/>
            <a:ext cx="6917210" cy="365125"/>
          </a:xfrm>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57E370A6-8090-498C-95E6-A8AFDBF16D28}"/>
              </a:ext>
            </a:extLst>
          </p:cNvPr>
          <p:cNvSpPr>
            <a:spLocks noGrp="1"/>
          </p:cNvSpPr>
          <p:nvPr>
            <p:ph type="sldNum" idx="12"/>
          </p:nvPr>
        </p:nvSpPr>
        <p:spPr>
          <a:xfrm>
            <a:off x="10558300" y="6413338"/>
            <a:ext cx="1052508" cy="365125"/>
          </a:xfrm>
        </p:spPr>
        <p:txBody>
          <a:bodyPr/>
          <a:lstStyle>
            <a:lvl1pPr>
              <a:buNone/>
              <a:defRPr>
                <a:solidFill>
                  <a:schemeClr val="bg1"/>
                </a:solidFill>
              </a:defRPr>
            </a:lvl1pPr>
          </a:lstStyle>
          <a:p>
            <a:fld id="{884CB002-4CB8-4C9B-A42A-1F99E8D1B09A}"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49AE8-3C8E-4EBC-B75D-B78E35814870}"/>
              </a:ext>
            </a:extLst>
          </p:cNvPr>
          <p:cNvSpPr>
            <a:spLocks noGrp="1"/>
          </p:cNvSpPr>
          <p:nvPr>
            <p:ph type="title"/>
          </p:nvPr>
        </p:nvSpPr>
        <p:spPr>
          <a:xfrm>
            <a:off x="2877671" y="2095500"/>
            <a:ext cx="8917453" cy="1365250"/>
          </a:xfrm>
          <a:prstGeom prst="rect">
            <a:avLst/>
          </a:prstGeom>
          <a:noFill/>
        </p:spPr>
        <p:txBody>
          <a:bodyPr anchor="b">
            <a:normAutofit/>
          </a:bodyPr>
          <a:lstStyle>
            <a:lvl1pPr algn="ctr">
              <a:buNone/>
              <a:defRPr sz="3600" b="0" cap="all">
                <a:solidFill>
                  <a:srgbClr val="FFFF00"/>
                </a:solidFill>
                <a:latin typeface="Arial"/>
                <a:ea typeface="Arial"/>
                <a:cs typeface="Arial"/>
              </a:defRPr>
            </a:lvl1pPr>
          </a:lstStyle>
          <a:p>
            <a:r>
              <a:t>Haga clic para modificar el estilo de título del patrón</a:t>
            </a:r>
          </a:p>
        </p:txBody>
      </p:sp>
      <p:sp>
        <p:nvSpPr>
          <p:cNvPr id="3" name="Text Placeholder 2">
            <a:extLst>
              <a:ext uri="{FF2B5EF4-FFF2-40B4-BE49-F238E27FC236}">
                <a16:creationId xmlns:a16="http://schemas.microsoft.com/office/drawing/2014/main" id="{04655D34-2534-4B39-8F41-CEEB4C3ECDCF}"/>
              </a:ext>
            </a:extLst>
          </p:cNvPr>
          <p:cNvSpPr>
            <a:spLocks noGrp="1"/>
          </p:cNvSpPr>
          <p:nvPr>
            <p:ph type="body" idx="1"/>
          </p:nvPr>
        </p:nvSpPr>
        <p:spPr>
          <a:xfrm>
            <a:off x="2861213" y="3557167"/>
            <a:ext cx="8949786" cy="600556"/>
          </a:xfrm>
          <a:prstGeom prst="rect">
            <a:avLst/>
          </a:prstGeom>
          <a:noFill/>
        </p:spPr>
        <p:txBody>
          <a:bodyPr anchor="t">
            <a:normAutofit/>
          </a:bodyPr>
          <a:lstStyle>
            <a:lvl1pPr marL="0" indent="0" algn="ctr">
              <a:buNone/>
              <a:defRPr sz="1800" cap="all">
                <a:solidFill>
                  <a:srgbClr val="FFFF00"/>
                </a:solidFill>
                <a:latin typeface="Arial"/>
                <a:ea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Haga clic para modificar los estilos de texto del patrón</a:t>
            </a:r>
          </a:p>
        </p:txBody>
      </p:sp>
      <p:sp>
        <p:nvSpPr>
          <p:cNvPr id="4" name="Date Placeholder 3">
            <a:extLst>
              <a:ext uri="{FF2B5EF4-FFF2-40B4-BE49-F238E27FC236}">
                <a16:creationId xmlns:a16="http://schemas.microsoft.com/office/drawing/2014/main" id="{2DD4B2B6-B81E-4DC5-92BA-E8BCF00B309E}"/>
              </a:ext>
            </a:extLst>
          </p:cNvPr>
          <p:cNvSpPr>
            <a:spLocks noGrp="1"/>
          </p:cNvSpPr>
          <p:nvPr>
            <p:ph type="dt" idx="10"/>
          </p:nvPr>
        </p:nvSpPr>
        <p:spPr/>
        <p:txBody>
          <a:bodyPr/>
          <a:lstStyle>
            <a:lvl1pPr>
              <a:buNone/>
              <a:defRPr>
                <a:solidFill>
                  <a:schemeClr val="bg1"/>
                </a:solidFill>
              </a:defRPr>
            </a:lvl1pPr>
          </a:lstStyle>
          <a:p>
            <a:fld id="{59A96ECF-3AFB-4639-9295-D19CB2B28DE5}" type="datetimeFigureOut">
              <a:t>15/09/2026</a:t>
            </a:fld>
            <a:endParaRPr/>
          </a:p>
        </p:txBody>
      </p:sp>
      <p:sp>
        <p:nvSpPr>
          <p:cNvPr id="5" name="Footer Placeholder 4">
            <a:extLst>
              <a:ext uri="{FF2B5EF4-FFF2-40B4-BE49-F238E27FC236}">
                <a16:creationId xmlns:a16="http://schemas.microsoft.com/office/drawing/2014/main" id="{750802C4-7D9E-4CCD-BB03-0E8ECACF649E}"/>
              </a:ext>
            </a:extLst>
          </p:cNvPr>
          <p:cNvSpPr>
            <a:spLocks noGrp="1"/>
          </p:cNvSpPr>
          <p:nvPr>
            <p:ph type="ftr" idx="11"/>
          </p:nvPr>
        </p:nvSpPr>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65FDB36B-BDFE-4431-BAF4-FC98468F1C2B}"/>
              </a:ext>
            </a:extLst>
          </p:cNvPr>
          <p:cNvSpPr>
            <a:spLocks noGrp="1"/>
          </p:cNvSpPr>
          <p:nvPr>
            <p:ph type="sldNum" idx="12"/>
          </p:nvPr>
        </p:nvSpPr>
        <p:spPr/>
        <p:txBody>
          <a:bodyPr/>
          <a:lstStyle>
            <a:lvl1pPr>
              <a:buNone/>
              <a:defRPr>
                <a:solidFill>
                  <a:schemeClr val="bg1"/>
                </a:solidFill>
              </a:defRPr>
            </a:lvl1pPr>
          </a:lstStyle>
          <a:p>
            <a:fld id="{884CB002-4CB8-4C9B-A42A-1F99E8D1B09A}"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2978B-BD32-4D5F-9EB8-78993DD41D54}"/>
              </a:ext>
            </a:extLst>
          </p:cNvPr>
          <p:cNvSpPr>
            <a:spLocks noGrp="1"/>
          </p:cNvSpPr>
          <p:nvPr>
            <p:ph type="title"/>
          </p:nvPr>
        </p:nvSpPr>
        <p:spPr>
          <a:xfrm>
            <a:off x="3765393" y="1397000"/>
            <a:ext cx="8569481" cy="698499"/>
          </a:xfrm>
        </p:spPr>
        <p:txBody>
          <a:bodyPr>
            <a:normAutofit/>
          </a:bodyPr>
          <a:lstStyle>
            <a:lvl1pPr algn="ctr">
              <a:buNone/>
              <a:defRPr sz="2800">
                <a:solidFill>
                  <a:srgbClr val="FFFF00"/>
                </a:solidFill>
                <a:latin typeface="Arial"/>
                <a:ea typeface="Arial"/>
                <a:cs typeface="Arial"/>
              </a:defRPr>
            </a:lvl1pPr>
          </a:lstStyle>
          <a:p>
            <a:r>
              <a:t>Haga clic para modificar el estilo de título del patrón</a:t>
            </a:r>
          </a:p>
        </p:txBody>
      </p:sp>
      <p:sp>
        <p:nvSpPr>
          <p:cNvPr id="3" name="Content Placeholder 2">
            <a:extLst>
              <a:ext uri="{FF2B5EF4-FFF2-40B4-BE49-F238E27FC236}">
                <a16:creationId xmlns:a16="http://schemas.microsoft.com/office/drawing/2014/main" id="{247C4501-224C-4B77-936C-DB32B0378F7D}"/>
              </a:ext>
            </a:extLst>
          </p:cNvPr>
          <p:cNvSpPr>
            <a:spLocks noGrp="1"/>
          </p:cNvSpPr>
          <p:nvPr>
            <p:ph idx="1"/>
          </p:nvPr>
        </p:nvSpPr>
        <p:spPr>
          <a:xfrm>
            <a:off x="2622175" y="2589760"/>
            <a:ext cx="3631325" cy="3633047"/>
          </a:xfrm>
        </p:spPr>
        <p:txBody>
          <a:bodyPr>
            <a:normAutofit/>
          </a:bodyPr>
          <a:lstStyle>
            <a:lvl1pPr>
              <a:buNone/>
              <a:defRPr>
                <a:solidFill>
                  <a:srgbClr val="FFFF00"/>
                </a:solidFill>
                <a:latin typeface="Arial"/>
                <a:ea typeface="Arial"/>
                <a:cs typeface="Arial"/>
              </a:defRPr>
            </a:lvl1pPr>
            <a:lvl2pPr>
              <a:buNone/>
              <a:defRPr>
                <a:solidFill>
                  <a:srgbClr val="FFFF00"/>
                </a:solidFill>
                <a:latin typeface="Arial"/>
                <a:ea typeface="Arial"/>
                <a:cs typeface="Arial"/>
              </a:defRPr>
            </a:lvl2pPr>
            <a:lvl3pPr>
              <a:buNone/>
              <a:defRPr>
                <a:solidFill>
                  <a:srgbClr val="FFFF00"/>
                </a:solidFill>
                <a:latin typeface="Arial"/>
                <a:ea typeface="Arial"/>
                <a:cs typeface="Arial"/>
              </a:defRPr>
            </a:lvl3pPr>
            <a:lvl4pPr>
              <a:buNone/>
              <a:defRPr>
                <a:solidFill>
                  <a:srgbClr val="FFFF00"/>
                </a:solidFill>
                <a:latin typeface="Arial"/>
                <a:ea typeface="Arial"/>
                <a:cs typeface="Arial"/>
              </a:defRPr>
            </a:lvl4pPr>
            <a:lvl5pPr>
              <a:buNone/>
              <a:defRPr>
                <a:solidFill>
                  <a:srgbClr val="FFFF00"/>
                </a:solidFill>
                <a:latin typeface="Arial"/>
                <a:ea typeface="Arial"/>
                <a:cs typeface="Arial"/>
              </a:defRPr>
            </a:lvl5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Content Placeholder 3">
            <a:extLst>
              <a:ext uri="{FF2B5EF4-FFF2-40B4-BE49-F238E27FC236}">
                <a16:creationId xmlns:a16="http://schemas.microsoft.com/office/drawing/2014/main" id="{A441BEBC-1962-4161-AE8D-DA55AC57B3DB}"/>
              </a:ext>
            </a:extLst>
          </p:cNvPr>
          <p:cNvSpPr>
            <a:spLocks noGrp="1"/>
          </p:cNvSpPr>
          <p:nvPr>
            <p:ph idx="2"/>
          </p:nvPr>
        </p:nvSpPr>
        <p:spPr>
          <a:xfrm>
            <a:off x="8106483" y="2589760"/>
            <a:ext cx="3631325" cy="3633047"/>
          </a:xfrm>
        </p:spPr>
        <p:txBody>
          <a:bodyPr>
            <a:normAutofit/>
          </a:bodyPr>
          <a:lstStyle>
            <a:lvl1pPr>
              <a:buNone/>
              <a:defRPr>
                <a:solidFill>
                  <a:srgbClr val="FFFF00"/>
                </a:solidFill>
                <a:latin typeface="Arial"/>
                <a:ea typeface="Arial"/>
                <a:cs typeface="Arial"/>
              </a:defRPr>
            </a:lvl1pPr>
            <a:lvl2pPr>
              <a:buNone/>
              <a:defRPr>
                <a:solidFill>
                  <a:srgbClr val="FFFF00"/>
                </a:solidFill>
                <a:latin typeface="Arial"/>
                <a:ea typeface="Arial"/>
                <a:cs typeface="Arial"/>
              </a:defRPr>
            </a:lvl2pPr>
            <a:lvl3pPr>
              <a:buNone/>
              <a:defRPr>
                <a:solidFill>
                  <a:srgbClr val="FFFF00"/>
                </a:solidFill>
                <a:latin typeface="Arial"/>
                <a:ea typeface="Arial"/>
                <a:cs typeface="Arial"/>
              </a:defRPr>
            </a:lvl3pPr>
            <a:lvl4pPr>
              <a:buNone/>
              <a:defRPr>
                <a:solidFill>
                  <a:srgbClr val="FFFF00"/>
                </a:solidFill>
                <a:latin typeface="Arial"/>
                <a:ea typeface="Arial"/>
                <a:cs typeface="Arial"/>
              </a:defRPr>
            </a:lvl4pPr>
            <a:lvl5pPr>
              <a:buNone/>
              <a:defRPr>
                <a:solidFill>
                  <a:srgbClr val="FFFF00"/>
                </a:solidFill>
                <a:latin typeface="Arial"/>
                <a:ea typeface="Arial"/>
                <a:cs typeface="Arial"/>
              </a:defRPr>
            </a:lvl5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Date Placeholder 4">
            <a:extLst>
              <a:ext uri="{FF2B5EF4-FFF2-40B4-BE49-F238E27FC236}">
                <a16:creationId xmlns:a16="http://schemas.microsoft.com/office/drawing/2014/main" id="{24B9FD7C-4093-4638-BBB2-B88BECB62B84}"/>
              </a:ext>
            </a:extLst>
          </p:cNvPr>
          <p:cNvSpPr>
            <a:spLocks noGrp="1"/>
          </p:cNvSpPr>
          <p:nvPr>
            <p:ph type="dt" idx="10"/>
          </p:nvPr>
        </p:nvSpPr>
        <p:spPr>
          <a:xfrm>
            <a:off x="7605951" y="6476644"/>
            <a:ext cx="2844799" cy="365125"/>
          </a:xfrm>
        </p:spPr>
        <p:txBody>
          <a:bodyPr/>
          <a:lstStyle>
            <a:lvl1pPr>
              <a:buNone/>
              <a:defRPr>
                <a:solidFill>
                  <a:schemeClr val="bg1"/>
                </a:solidFill>
              </a:defRPr>
            </a:lvl1pPr>
          </a:lstStyle>
          <a:p>
            <a:fld id="{59A96ECF-3AFB-4639-9295-D19CB2B28DE5}" type="datetimeFigureOut">
              <a:t>15/09/2026</a:t>
            </a:fld>
            <a:endParaRPr/>
          </a:p>
        </p:txBody>
      </p:sp>
      <p:sp>
        <p:nvSpPr>
          <p:cNvPr id="6" name="Footer Placeholder 5">
            <a:extLst>
              <a:ext uri="{FF2B5EF4-FFF2-40B4-BE49-F238E27FC236}">
                <a16:creationId xmlns:a16="http://schemas.microsoft.com/office/drawing/2014/main" id="{F4F6D7FE-73DB-47FF-93A4-BE2A82690710}"/>
              </a:ext>
            </a:extLst>
          </p:cNvPr>
          <p:cNvSpPr>
            <a:spLocks noGrp="1"/>
          </p:cNvSpPr>
          <p:nvPr>
            <p:ph type="ftr" idx="11"/>
          </p:nvPr>
        </p:nvSpPr>
        <p:spPr>
          <a:xfrm>
            <a:off x="581192" y="6472318"/>
            <a:ext cx="6917210" cy="365125"/>
          </a:xfrm>
        </p:spPr>
        <p:txBody>
          <a:bodyPr/>
          <a:lstStyle>
            <a:lvl1pPr>
              <a:buNone/>
              <a:defRPr>
                <a:solidFill>
                  <a:schemeClr val="bg1"/>
                </a:solidFill>
              </a:defRPr>
            </a:lvl1pPr>
          </a:lstStyle>
          <a:p>
            <a:endParaRPr/>
          </a:p>
        </p:txBody>
      </p:sp>
      <p:sp>
        <p:nvSpPr>
          <p:cNvPr id="7" name="Slide Number Placeholder 6">
            <a:extLst>
              <a:ext uri="{FF2B5EF4-FFF2-40B4-BE49-F238E27FC236}">
                <a16:creationId xmlns:a16="http://schemas.microsoft.com/office/drawing/2014/main" id="{8493EBD8-9B31-4A39-B734-53D1E70B5892}"/>
              </a:ext>
            </a:extLst>
          </p:cNvPr>
          <p:cNvSpPr>
            <a:spLocks noGrp="1"/>
          </p:cNvSpPr>
          <p:nvPr>
            <p:ph type="sldNum" idx="12"/>
          </p:nvPr>
        </p:nvSpPr>
        <p:spPr>
          <a:xfrm>
            <a:off x="10558300" y="6476644"/>
            <a:ext cx="1052510" cy="365125"/>
          </a:xfrm>
        </p:spPr>
        <p:txBody>
          <a:bodyPr/>
          <a:lstStyle>
            <a:lvl1pPr>
              <a:buNone/>
              <a:defRPr>
                <a:solidFill>
                  <a:schemeClr val="bg1"/>
                </a:solidFill>
              </a:defRPr>
            </a:lvl1pPr>
          </a:lstStyle>
          <a:p>
            <a:fld id="{884CB002-4CB8-4C9B-A42A-1F99E8D1B09A}"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37E7827-33D2-4446-A7DE-5A89EB9158D1}"/>
              </a:ext>
            </a:extLst>
          </p:cNvPr>
          <p:cNvSpPr>
            <a:spLocks noGrp="1"/>
          </p:cNvSpPr>
          <p:nvPr>
            <p:ph type="title"/>
          </p:nvPr>
        </p:nvSpPr>
        <p:spPr>
          <a:xfrm>
            <a:off x="2823047" y="1508124"/>
            <a:ext cx="9607078" cy="629683"/>
          </a:xfrm>
        </p:spPr>
        <p:txBody>
          <a:bodyPr/>
          <a:lstStyle>
            <a:lvl1pPr algn="ctr">
              <a:buNone/>
              <a:defRPr>
                <a:solidFill>
                  <a:srgbClr val="FFFF00"/>
                </a:solidFill>
                <a:latin typeface="Arial"/>
                <a:ea typeface="Arial"/>
                <a:cs typeface="Arial"/>
              </a:defRPr>
            </a:lvl1pPr>
          </a:lstStyle>
          <a:p>
            <a:r>
              <a:t>Haga clic para modificar el estilo de título del patrón</a:t>
            </a:r>
          </a:p>
        </p:txBody>
      </p:sp>
      <p:sp>
        <p:nvSpPr>
          <p:cNvPr id="3" name="Text Placeholder 2">
            <a:extLst>
              <a:ext uri="{FF2B5EF4-FFF2-40B4-BE49-F238E27FC236}">
                <a16:creationId xmlns:a16="http://schemas.microsoft.com/office/drawing/2014/main" id="{DD0D0299-E59B-4795-A042-BAB542FC72BD}"/>
              </a:ext>
            </a:extLst>
          </p:cNvPr>
          <p:cNvSpPr>
            <a:spLocks noGrp="1"/>
          </p:cNvSpPr>
          <p:nvPr>
            <p:ph type="body" idx="1"/>
          </p:nvPr>
        </p:nvSpPr>
        <p:spPr>
          <a:xfrm>
            <a:off x="2385803" y="2618310"/>
            <a:ext cx="3838015" cy="564202"/>
          </a:xfrm>
        </p:spPr>
        <p:txBody>
          <a:bodyPr anchor="b">
            <a:noAutofit/>
          </a:bodyPr>
          <a:lstStyle>
            <a:lvl1pPr marL="0" indent="0">
              <a:buClr>
                <a:srgbClr val="FF6600"/>
              </a:buClr>
              <a:buNone/>
              <a:defRPr sz="1800" b="0">
                <a:solidFill>
                  <a:srgbClr val="FFFF00"/>
                </a:solidFill>
                <a:latin typeface="Arial"/>
                <a:ea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4" name="Content Placeholder 3">
            <a:extLst>
              <a:ext uri="{FF2B5EF4-FFF2-40B4-BE49-F238E27FC236}">
                <a16:creationId xmlns:a16="http://schemas.microsoft.com/office/drawing/2014/main" id="{25A56815-A6C2-4A90-A1F5-59F5C4CF67CE}"/>
              </a:ext>
            </a:extLst>
          </p:cNvPr>
          <p:cNvSpPr>
            <a:spLocks noGrp="1"/>
          </p:cNvSpPr>
          <p:nvPr>
            <p:ph idx="2"/>
          </p:nvPr>
        </p:nvSpPr>
        <p:spPr>
          <a:xfrm>
            <a:off x="2353234" y="3158865"/>
            <a:ext cx="3838015" cy="2934999"/>
          </a:xfrm>
        </p:spPr>
        <p:txBody>
          <a:bodyPr anchor="t">
            <a:normAutofit/>
          </a:bodyPr>
          <a:lstStyle>
            <a:lvl1pPr>
              <a:buClr>
                <a:srgbClr val="FF6600"/>
              </a:buClr>
              <a:buNone/>
              <a:defRPr sz="1600">
                <a:solidFill>
                  <a:srgbClr val="FFFF00"/>
                </a:solidFill>
                <a:latin typeface="Arial"/>
                <a:ea typeface="Arial"/>
                <a:cs typeface="Arial"/>
              </a:defRPr>
            </a:lvl1pPr>
            <a:lvl2pPr>
              <a:buClr>
                <a:srgbClr val="FF6600"/>
              </a:buClr>
              <a:buNone/>
              <a:defRPr sz="1600">
                <a:solidFill>
                  <a:srgbClr val="FFFF00"/>
                </a:solidFill>
                <a:latin typeface="Arial"/>
                <a:ea typeface="Arial"/>
                <a:cs typeface="Arial"/>
              </a:defRPr>
            </a:lvl2pPr>
            <a:lvl3pPr>
              <a:buClr>
                <a:srgbClr val="FF6600"/>
              </a:buClr>
              <a:buNone/>
              <a:defRPr sz="1600">
                <a:solidFill>
                  <a:srgbClr val="FFFF00"/>
                </a:solidFill>
                <a:latin typeface="Arial"/>
                <a:ea typeface="Arial"/>
                <a:cs typeface="Arial"/>
              </a:defRPr>
            </a:lvl3pPr>
            <a:lvl4pPr>
              <a:buClr>
                <a:srgbClr val="FF6600"/>
              </a:buClr>
              <a:buNone/>
              <a:defRPr sz="1600">
                <a:solidFill>
                  <a:srgbClr val="FFFF00"/>
                </a:solidFill>
                <a:latin typeface="Arial"/>
                <a:ea typeface="Arial"/>
                <a:cs typeface="Arial"/>
              </a:defRPr>
            </a:lvl4pPr>
            <a:lvl5pPr>
              <a:buClr>
                <a:srgbClr val="FF6600"/>
              </a:buClr>
              <a:buNone/>
              <a:defRPr sz="1600">
                <a:solidFill>
                  <a:srgbClr val="FFFF00"/>
                </a:solidFill>
                <a:latin typeface="Arial"/>
                <a:ea typeface="Arial"/>
                <a:cs typeface="Arial"/>
              </a:defRPr>
            </a:lvl5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Text Placeholder 4">
            <a:extLst>
              <a:ext uri="{FF2B5EF4-FFF2-40B4-BE49-F238E27FC236}">
                <a16:creationId xmlns:a16="http://schemas.microsoft.com/office/drawing/2014/main" id="{18D6A8C6-89D2-479B-8654-044417FBA5EE}"/>
              </a:ext>
            </a:extLst>
          </p:cNvPr>
          <p:cNvSpPr>
            <a:spLocks noGrp="1"/>
          </p:cNvSpPr>
          <p:nvPr>
            <p:ph type="body" idx="3"/>
          </p:nvPr>
        </p:nvSpPr>
        <p:spPr>
          <a:xfrm>
            <a:off x="7741849" y="2597666"/>
            <a:ext cx="4060913" cy="553373"/>
          </a:xfrm>
          <a:prstGeom prst="rect">
            <a:avLst/>
          </a:prstGeom>
          <a:noFill/>
        </p:spPr>
        <p:txBody>
          <a:bodyPr vert="horz" lIns="91440" tIns="45720" rIns="91440" bIns="45720" anchor="b">
            <a:noAutofit/>
          </a:bodyPr>
          <a:lstStyle>
            <a:lvl1pPr>
              <a:buClr>
                <a:srgbClr val="FF6600"/>
              </a:buClr>
              <a:buNone/>
              <a:defRPr b="0">
                <a:solidFill>
                  <a:srgbClr val="FFFF00"/>
                </a:solidFill>
                <a:latin typeface="Arial"/>
                <a:ea typeface="Arial"/>
                <a:cs typeface="Arial"/>
              </a:defRPr>
            </a:lvl1pPr>
          </a:lstStyle>
          <a:p>
            <a:pPr marL="0" lvl="0" indent="0">
              <a:buNone/>
            </a:pPr>
            <a:r>
              <a:t>Haga clic para modificar los estilos de texto del patrón</a:t>
            </a:r>
          </a:p>
        </p:txBody>
      </p:sp>
      <p:sp>
        <p:nvSpPr>
          <p:cNvPr id="6" name="Content Placeholder 5">
            <a:extLst>
              <a:ext uri="{FF2B5EF4-FFF2-40B4-BE49-F238E27FC236}">
                <a16:creationId xmlns:a16="http://schemas.microsoft.com/office/drawing/2014/main" id="{08B7ABE2-BB7A-4B0C-8B69-FF127177C0BE}"/>
              </a:ext>
            </a:extLst>
          </p:cNvPr>
          <p:cNvSpPr>
            <a:spLocks noGrp="1"/>
          </p:cNvSpPr>
          <p:nvPr>
            <p:ph idx="4"/>
          </p:nvPr>
        </p:nvSpPr>
        <p:spPr>
          <a:xfrm>
            <a:off x="7758132" y="3191425"/>
            <a:ext cx="4060913" cy="2934999"/>
          </a:xfrm>
          <a:prstGeom prst="rect">
            <a:avLst/>
          </a:prstGeom>
          <a:noFill/>
        </p:spPr>
        <p:txBody>
          <a:bodyPr vert="horz" lIns="91440" tIns="45720" rIns="91440" bIns="45720" anchor="t">
            <a:normAutofit/>
          </a:bodyPr>
          <a:lstStyle>
            <a:lvl1pPr>
              <a:buClr>
                <a:srgbClr val="FF6600"/>
              </a:buClr>
              <a:buNone/>
              <a:defRPr sz="1600">
                <a:solidFill>
                  <a:srgbClr val="FFFF00"/>
                </a:solidFill>
                <a:latin typeface="Arial"/>
                <a:ea typeface="Arial"/>
                <a:cs typeface="Arial"/>
              </a:defRPr>
            </a:lvl1pPr>
            <a:lvl2pPr>
              <a:buClr>
                <a:srgbClr val="FF6600"/>
              </a:buClr>
              <a:buNone/>
              <a:defRPr>
                <a:solidFill>
                  <a:srgbClr val="FFFF00"/>
                </a:solidFill>
                <a:latin typeface="Arial"/>
                <a:ea typeface="Arial"/>
                <a:cs typeface="Arial"/>
              </a:defRPr>
            </a:lvl2pPr>
            <a:lvl3pPr>
              <a:buClr>
                <a:srgbClr val="FF6600"/>
              </a:buClr>
              <a:buNone/>
              <a:defRPr sz="1600">
                <a:solidFill>
                  <a:srgbClr val="FFFF00"/>
                </a:solidFill>
                <a:latin typeface="Arial"/>
                <a:ea typeface="Arial"/>
                <a:cs typeface="Arial"/>
              </a:defRPr>
            </a:lvl3pPr>
            <a:lvl4pPr>
              <a:buClr>
                <a:srgbClr val="FF6600"/>
              </a:buClr>
              <a:buNone/>
              <a:defRPr sz="1600">
                <a:solidFill>
                  <a:srgbClr val="FFFF00"/>
                </a:solidFill>
                <a:latin typeface="Arial"/>
                <a:ea typeface="Arial"/>
                <a:cs typeface="Arial"/>
              </a:defRPr>
            </a:lvl4pPr>
            <a:lvl5pPr>
              <a:buClr>
                <a:srgbClr val="FF6600"/>
              </a:buClr>
              <a:buNone/>
              <a:defRPr sz="1600">
                <a:solidFill>
                  <a:srgbClr val="FFFF00"/>
                </a:solidFill>
                <a:latin typeface="Arial"/>
                <a:ea typeface="Arial"/>
                <a:cs typeface="Arial"/>
              </a:defRPr>
            </a:lvl5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7" name="Date Placeholder 6">
            <a:extLst>
              <a:ext uri="{FF2B5EF4-FFF2-40B4-BE49-F238E27FC236}">
                <a16:creationId xmlns:a16="http://schemas.microsoft.com/office/drawing/2014/main" id="{4B8A2283-49C1-4287-8DF4-B00F640A3F8B}"/>
              </a:ext>
            </a:extLst>
          </p:cNvPr>
          <p:cNvSpPr>
            <a:spLocks noGrp="1"/>
          </p:cNvSpPr>
          <p:nvPr>
            <p:ph type="dt" idx="10"/>
          </p:nvPr>
        </p:nvSpPr>
        <p:spPr>
          <a:xfrm>
            <a:off x="7605951" y="6434443"/>
            <a:ext cx="2844799" cy="365125"/>
          </a:xfrm>
        </p:spPr>
        <p:txBody>
          <a:bodyPr/>
          <a:lstStyle>
            <a:lvl1pPr>
              <a:buNone/>
              <a:defRPr>
                <a:solidFill>
                  <a:schemeClr val="bg1"/>
                </a:solidFill>
              </a:defRPr>
            </a:lvl1pPr>
          </a:lstStyle>
          <a:p>
            <a:fld id="{59A96ECF-3AFB-4639-9295-D19CB2B28DE5}" type="datetimeFigureOut">
              <a:t>15/09/2026</a:t>
            </a:fld>
            <a:endParaRPr/>
          </a:p>
        </p:txBody>
      </p:sp>
      <p:sp>
        <p:nvSpPr>
          <p:cNvPr id="8" name="Footer Placeholder 7">
            <a:extLst>
              <a:ext uri="{FF2B5EF4-FFF2-40B4-BE49-F238E27FC236}">
                <a16:creationId xmlns:a16="http://schemas.microsoft.com/office/drawing/2014/main" id="{95A60DCC-F856-4FFD-988F-55CA6DA42954}"/>
              </a:ext>
            </a:extLst>
          </p:cNvPr>
          <p:cNvSpPr>
            <a:spLocks noGrp="1"/>
          </p:cNvSpPr>
          <p:nvPr>
            <p:ph type="ftr" idx="11"/>
          </p:nvPr>
        </p:nvSpPr>
        <p:spPr>
          <a:xfrm>
            <a:off x="499776" y="7211563"/>
            <a:ext cx="6917210" cy="365125"/>
          </a:xfrm>
        </p:spPr>
        <p:txBody>
          <a:bodyPr/>
          <a:lstStyle/>
          <a:p>
            <a:endParaRPr/>
          </a:p>
        </p:txBody>
      </p:sp>
      <p:sp>
        <p:nvSpPr>
          <p:cNvPr id="9" name="Slide Number Placeholder 8">
            <a:extLst>
              <a:ext uri="{FF2B5EF4-FFF2-40B4-BE49-F238E27FC236}">
                <a16:creationId xmlns:a16="http://schemas.microsoft.com/office/drawing/2014/main" id="{F59AF0F2-1B30-4643-88F1-63C15F271D27}"/>
              </a:ext>
            </a:extLst>
          </p:cNvPr>
          <p:cNvSpPr>
            <a:spLocks noGrp="1"/>
          </p:cNvSpPr>
          <p:nvPr>
            <p:ph type="sldNum" idx="12"/>
          </p:nvPr>
        </p:nvSpPr>
        <p:spPr>
          <a:xfrm>
            <a:off x="10558300" y="6434443"/>
            <a:ext cx="1052510" cy="365125"/>
          </a:xfrm>
        </p:spPr>
        <p:txBody>
          <a:bodyPr/>
          <a:lstStyle>
            <a:lvl1pPr>
              <a:buNone/>
              <a:defRPr>
                <a:solidFill>
                  <a:schemeClr val="bg1"/>
                </a:solidFill>
              </a:defRPr>
            </a:lvl1pPr>
          </a:lstStyle>
          <a:p>
            <a:fld id="{884CB002-4CB8-4C9B-A42A-1F99E8D1B09A}"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A340D37-6DEC-4D6E-9C2A-FFCAFFF19B53}"/>
              </a:ext>
            </a:extLst>
          </p:cNvPr>
          <p:cNvSpPr>
            <a:spLocks noGrp="1"/>
          </p:cNvSpPr>
          <p:nvPr>
            <p:ph type="dt" idx="10"/>
          </p:nvPr>
        </p:nvSpPr>
        <p:spPr>
          <a:xfrm>
            <a:off x="7605951" y="6350034"/>
            <a:ext cx="2844799" cy="365125"/>
          </a:xfrm>
        </p:spPr>
        <p:txBody>
          <a:bodyPr/>
          <a:lstStyle>
            <a:lvl1pPr>
              <a:buNone/>
              <a:defRPr>
                <a:solidFill>
                  <a:schemeClr val="bg1"/>
                </a:solidFill>
              </a:defRPr>
            </a:lvl1pPr>
          </a:lstStyle>
          <a:p>
            <a:fld id="{59A96ECF-3AFB-4639-9295-D19CB2B28DE5}" type="datetimeFigureOut">
              <a:t>15/09/2026</a:t>
            </a:fld>
            <a:endParaRPr/>
          </a:p>
        </p:txBody>
      </p:sp>
      <p:sp>
        <p:nvSpPr>
          <p:cNvPr id="4" name="Footer Placeholder 3">
            <a:extLst>
              <a:ext uri="{FF2B5EF4-FFF2-40B4-BE49-F238E27FC236}">
                <a16:creationId xmlns:a16="http://schemas.microsoft.com/office/drawing/2014/main" id="{EE0D620A-4A8C-4EAD-A6E9-019AD4D70917}"/>
              </a:ext>
            </a:extLst>
          </p:cNvPr>
          <p:cNvSpPr>
            <a:spLocks noGrp="1"/>
          </p:cNvSpPr>
          <p:nvPr>
            <p:ph type="ftr" idx="11"/>
          </p:nvPr>
        </p:nvSpPr>
        <p:spPr>
          <a:xfrm>
            <a:off x="581192" y="6345708"/>
            <a:ext cx="6917210" cy="365125"/>
          </a:xfrm>
        </p:spPr>
        <p:txBody>
          <a:bodyPr/>
          <a:lstStyle>
            <a:lvl1pPr>
              <a:buNone/>
              <a:defRPr>
                <a:solidFill>
                  <a:schemeClr val="bg1"/>
                </a:solidFill>
              </a:defRPr>
            </a:lvl1pPr>
          </a:lstStyle>
          <a:p>
            <a:endParaRPr/>
          </a:p>
        </p:txBody>
      </p:sp>
      <p:sp>
        <p:nvSpPr>
          <p:cNvPr id="5" name="Slide Number Placeholder 4">
            <a:extLst>
              <a:ext uri="{FF2B5EF4-FFF2-40B4-BE49-F238E27FC236}">
                <a16:creationId xmlns:a16="http://schemas.microsoft.com/office/drawing/2014/main" id="{FCFF6872-AA03-42B5-9A98-028E3EFC9D31}"/>
              </a:ext>
            </a:extLst>
          </p:cNvPr>
          <p:cNvSpPr>
            <a:spLocks noGrp="1"/>
          </p:cNvSpPr>
          <p:nvPr>
            <p:ph type="sldNum" idx="12"/>
          </p:nvPr>
        </p:nvSpPr>
        <p:spPr>
          <a:xfrm>
            <a:off x="10558300" y="6350034"/>
            <a:ext cx="1052510" cy="365125"/>
          </a:xfrm>
        </p:spPr>
        <p:txBody>
          <a:bodyPr/>
          <a:lstStyle>
            <a:lvl1pPr>
              <a:buNone/>
              <a:defRPr>
                <a:solidFill>
                  <a:schemeClr val="bg1"/>
                </a:solidFill>
              </a:defRPr>
            </a:lvl1pPr>
          </a:lstStyle>
          <a:p>
            <a:fld id="{884CB002-4CB8-4C9B-A42A-1F99E8D1B09A}" type="slidenum">
              <a:t>‹Nº›</a:t>
            </a:fld>
            <a:endParaRPr/>
          </a:p>
        </p:txBody>
      </p:sp>
      <p:sp>
        <p:nvSpPr>
          <p:cNvPr id="9" name="Title 1">
            <a:extLst>
              <a:ext uri="{FF2B5EF4-FFF2-40B4-BE49-F238E27FC236}">
                <a16:creationId xmlns:a16="http://schemas.microsoft.com/office/drawing/2014/main" id="{503EAFD8-6181-4ADF-A56E-2886E9C324F9}"/>
              </a:ext>
            </a:extLst>
          </p:cNvPr>
          <p:cNvSpPr>
            <a:spLocks noGrp="1"/>
          </p:cNvSpPr>
          <p:nvPr>
            <p:ph type="title"/>
          </p:nvPr>
        </p:nvSpPr>
        <p:spPr>
          <a:xfrm>
            <a:off x="806824" y="2095500"/>
            <a:ext cx="10464425" cy="1365250"/>
          </a:xfrm>
          <a:prstGeom prst="rect">
            <a:avLst/>
          </a:prstGeom>
          <a:noFill/>
        </p:spPr>
        <p:txBody>
          <a:bodyPr anchor="b">
            <a:normAutofit/>
          </a:bodyPr>
          <a:lstStyle>
            <a:lvl1pPr algn="ctr">
              <a:buNone/>
              <a:defRPr sz="3600" b="0" cap="all">
                <a:solidFill>
                  <a:srgbClr val="FFFF00"/>
                </a:solidFill>
                <a:latin typeface="Arial"/>
                <a:ea typeface="Arial"/>
                <a:cs typeface="Arial"/>
              </a:defRPr>
            </a:lvl1pPr>
          </a:lstStyle>
          <a:p>
            <a:r>
              <a:t>Haga clic para modificar el estilo de título del patrón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91C3BB-F020-458E-B0B8-D856E4D513E3}"/>
              </a:ext>
            </a:extLst>
          </p:cNvPr>
          <p:cNvSpPr>
            <a:spLocks noGrp="1"/>
          </p:cNvSpPr>
          <p:nvPr>
            <p:ph type="dt" idx="10"/>
          </p:nvPr>
        </p:nvSpPr>
        <p:spPr/>
        <p:txBody>
          <a:bodyPr/>
          <a:lstStyle>
            <a:lvl1pPr>
              <a:buNone/>
              <a:defRPr>
                <a:solidFill>
                  <a:schemeClr val="bg1"/>
                </a:solidFill>
              </a:defRPr>
            </a:lvl1pPr>
          </a:lstStyle>
          <a:p>
            <a:fld id="{59A96ECF-3AFB-4639-9295-D19CB2B28DE5}" type="datetimeFigureOut">
              <a:t>15/09/2026</a:t>
            </a:fld>
            <a:endParaRPr/>
          </a:p>
        </p:txBody>
      </p:sp>
      <p:sp>
        <p:nvSpPr>
          <p:cNvPr id="3" name="Footer Placeholder 2">
            <a:extLst>
              <a:ext uri="{FF2B5EF4-FFF2-40B4-BE49-F238E27FC236}">
                <a16:creationId xmlns:a16="http://schemas.microsoft.com/office/drawing/2014/main" id="{31B9C546-A8A4-466C-A612-9D21DA7E2761}"/>
              </a:ext>
            </a:extLst>
          </p:cNvPr>
          <p:cNvSpPr>
            <a:spLocks noGrp="1"/>
          </p:cNvSpPr>
          <p:nvPr>
            <p:ph type="ftr" idx="11"/>
          </p:nvPr>
        </p:nvSpPr>
        <p:spPr/>
        <p:txBody>
          <a:bodyPr/>
          <a:lstStyle>
            <a:lvl1pPr>
              <a:buNone/>
              <a:defRPr>
                <a:solidFill>
                  <a:schemeClr val="bg1"/>
                </a:solidFill>
              </a:defRPr>
            </a:lvl1pPr>
          </a:lstStyle>
          <a:p>
            <a:endParaRPr/>
          </a:p>
        </p:txBody>
      </p:sp>
      <p:sp>
        <p:nvSpPr>
          <p:cNvPr id="4" name="Slide Number Placeholder 3">
            <a:extLst>
              <a:ext uri="{FF2B5EF4-FFF2-40B4-BE49-F238E27FC236}">
                <a16:creationId xmlns:a16="http://schemas.microsoft.com/office/drawing/2014/main" id="{804ECBBC-8887-453F-8812-5075F75EA11A}"/>
              </a:ext>
            </a:extLst>
          </p:cNvPr>
          <p:cNvSpPr>
            <a:spLocks noGrp="1"/>
          </p:cNvSpPr>
          <p:nvPr>
            <p:ph type="sldNum" idx="12"/>
          </p:nvPr>
        </p:nvSpPr>
        <p:spPr/>
        <p:txBody>
          <a:bodyPr/>
          <a:lstStyle>
            <a:lvl1pPr>
              <a:buNone/>
              <a:defRPr>
                <a:solidFill>
                  <a:schemeClr val="bg1"/>
                </a:solidFill>
              </a:defRPr>
            </a:lvl1pPr>
          </a:lstStyle>
          <a:p>
            <a:fld id="{884CB002-4CB8-4C9B-A42A-1F99E8D1B09A}" type="slidenum">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CE8D0-4547-4C24-8427-98249F136271}"/>
              </a:ext>
            </a:extLst>
          </p:cNvPr>
          <p:cNvSpPr>
            <a:spLocks noGrp="1"/>
          </p:cNvSpPr>
          <p:nvPr>
            <p:ph type="title" hasCustomPrompt="1"/>
          </p:nvPr>
        </p:nvSpPr>
        <p:spPr>
          <a:xfrm>
            <a:off x="1105066" y="5628051"/>
            <a:ext cx="6832434" cy="689514"/>
          </a:xfrm>
        </p:spPr>
        <p:txBody>
          <a:bodyPr anchor="ctr"/>
          <a:lstStyle>
            <a:lvl1pPr algn="l">
              <a:buNone/>
              <a:defRPr sz="2000" b="1" cap="none" baseline="0">
                <a:solidFill>
                  <a:schemeClr val="bg1"/>
                </a:solidFill>
                <a:latin typeface="Arial"/>
                <a:ea typeface="Arial"/>
                <a:cs typeface="Arial"/>
              </a:defRPr>
            </a:lvl1pPr>
          </a:lstStyle>
          <a:p>
            <a:r>
              <a:t>Haga clic para modificar el estilo de título del patrón</a:t>
            </a:r>
          </a:p>
        </p:txBody>
      </p:sp>
      <p:sp>
        <p:nvSpPr>
          <p:cNvPr id="3" name="Content Placeholder 2">
            <a:extLst>
              <a:ext uri="{FF2B5EF4-FFF2-40B4-BE49-F238E27FC236}">
                <a16:creationId xmlns:a16="http://schemas.microsoft.com/office/drawing/2014/main" id="{7B278DA3-829A-4A59-A563-2BBDD4B7E4D4}"/>
              </a:ext>
            </a:extLst>
          </p:cNvPr>
          <p:cNvSpPr>
            <a:spLocks noGrp="1"/>
          </p:cNvSpPr>
          <p:nvPr>
            <p:ph idx="1"/>
          </p:nvPr>
        </p:nvSpPr>
        <p:spPr>
          <a:xfrm>
            <a:off x="1869140" y="1952625"/>
            <a:ext cx="9656109" cy="3359808"/>
          </a:xfrm>
        </p:spPr>
        <p:txBody>
          <a:bodyPr anchor="ctr">
            <a:normAutofit/>
          </a:bodyPr>
          <a:lstStyle>
            <a:lvl1pPr>
              <a:buClr>
                <a:schemeClr val="bg1"/>
              </a:buClr>
              <a:buNone/>
              <a:defRPr sz="2000">
                <a:solidFill>
                  <a:srgbClr val="FFFF00"/>
                </a:solidFill>
                <a:latin typeface="Arial"/>
                <a:ea typeface="Arial"/>
                <a:cs typeface="Arial"/>
              </a:defRPr>
            </a:lvl1pPr>
            <a:lvl2pPr>
              <a:buClr>
                <a:schemeClr val="bg1"/>
              </a:buClr>
              <a:buNone/>
              <a:defRPr sz="1800">
                <a:solidFill>
                  <a:srgbClr val="FFFF00"/>
                </a:solidFill>
                <a:latin typeface="Arial"/>
                <a:ea typeface="Arial"/>
                <a:cs typeface="Arial"/>
              </a:defRPr>
            </a:lvl2pPr>
            <a:lvl3pPr>
              <a:buClr>
                <a:schemeClr val="bg1"/>
              </a:buClr>
              <a:buNone/>
              <a:defRPr sz="1600">
                <a:solidFill>
                  <a:srgbClr val="FFFF00"/>
                </a:solidFill>
                <a:latin typeface="Arial"/>
                <a:ea typeface="Arial"/>
                <a:cs typeface="Arial"/>
              </a:defRPr>
            </a:lvl3pPr>
            <a:lvl4pPr>
              <a:buClr>
                <a:schemeClr val="bg1"/>
              </a:buClr>
              <a:buNone/>
              <a:defRPr sz="1400">
                <a:solidFill>
                  <a:srgbClr val="FFFF00"/>
                </a:solidFill>
                <a:latin typeface="Arial"/>
                <a:ea typeface="Arial"/>
                <a:cs typeface="Arial"/>
              </a:defRPr>
            </a:lvl4pPr>
            <a:lvl5pPr>
              <a:buClr>
                <a:schemeClr val="bg1"/>
              </a:buClr>
              <a:buNone/>
              <a:defRPr sz="1400">
                <a:solidFill>
                  <a:srgbClr val="FFFF00"/>
                </a:solidFill>
                <a:latin typeface="Arial"/>
                <a:ea typeface="Arial"/>
                <a:cs typeface="Arial"/>
              </a:defRPr>
            </a:lvl5pPr>
            <a:lvl6pPr>
              <a:buNone/>
              <a:defRPr sz="1400">
                <a:solidFill>
                  <a:schemeClr val="tx2"/>
                </a:solidFill>
              </a:defRPr>
            </a:lvl6pPr>
            <a:lvl7pPr>
              <a:buNone/>
              <a:defRPr sz="1400">
                <a:solidFill>
                  <a:schemeClr val="tx2"/>
                </a:solidFill>
              </a:defRPr>
            </a:lvl7pPr>
            <a:lvl8pPr>
              <a:buNone/>
              <a:defRPr sz="1400">
                <a:solidFill>
                  <a:schemeClr val="tx2"/>
                </a:solidFill>
              </a:defRPr>
            </a:lvl8pPr>
            <a:lvl9pPr>
              <a:buNone/>
              <a:defRPr sz="1400">
                <a:solidFill>
                  <a:schemeClr val="tx2"/>
                </a:solidFill>
              </a:defRPr>
            </a:lvl9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Text Placeholder 3">
            <a:extLst>
              <a:ext uri="{FF2B5EF4-FFF2-40B4-BE49-F238E27FC236}">
                <a16:creationId xmlns:a16="http://schemas.microsoft.com/office/drawing/2014/main" id="{AA133849-E246-476F-856E-15C8EE68E770}"/>
              </a:ext>
            </a:extLst>
          </p:cNvPr>
          <p:cNvSpPr>
            <a:spLocks noGrp="1"/>
          </p:cNvSpPr>
          <p:nvPr>
            <p:ph type="body" idx="2"/>
          </p:nvPr>
        </p:nvSpPr>
        <p:spPr>
          <a:xfrm>
            <a:off x="7588250" y="5628051"/>
            <a:ext cx="4022560"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Haga clic para modificar los estilos de texto del patrón</a:t>
            </a:r>
          </a:p>
        </p:txBody>
      </p:sp>
      <p:sp>
        <p:nvSpPr>
          <p:cNvPr id="5" name="Date Placeholder 4">
            <a:extLst>
              <a:ext uri="{FF2B5EF4-FFF2-40B4-BE49-F238E27FC236}">
                <a16:creationId xmlns:a16="http://schemas.microsoft.com/office/drawing/2014/main" id="{24173E36-BC41-4B61-A55F-D902724B60B8}"/>
              </a:ext>
            </a:extLst>
          </p:cNvPr>
          <p:cNvSpPr>
            <a:spLocks noGrp="1"/>
          </p:cNvSpPr>
          <p:nvPr>
            <p:ph type="dt" idx="10"/>
          </p:nvPr>
        </p:nvSpPr>
        <p:spPr>
          <a:xfrm>
            <a:off x="7605951" y="6321892"/>
            <a:ext cx="2844799" cy="365125"/>
          </a:xfrm>
        </p:spPr>
        <p:txBody>
          <a:bodyPr/>
          <a:lstStyle>
            <a:lvl1pPr>
              <a:buNone/>
              <a:defRPr>
                <a:solidFill>
                  <a:schemeClr val="bg1"/>
                </a:solidFill>
              </a:defRPr>
            </a:lvl1pPr>
          </a:lstStyle>
          <a:p>
            <a:fld id="{59A96ECF-3AFB-4639-9295-D19CB2B28DE5}" type="datetimeFigureOut">
              <a:t>15/09/2026</a:t>
            </a:fld>
            <a:endParaRPr/>
          </a:p>
        </p:txBody>
      </p:sp>
      <p:sp>
        <p:nvSpPr>
          <p:cNvPr id="6" name="Footer Placeholder 5">
            <a:extLst>
              <a:ext uri="{FF2B5EF4-FFF2-40B4-BE49-F238E27FC236}">
                <a16:creationId xmlns:a16="http://schemas.microsoft.com/office/drawing/2014/main" id="{87397FF8-7DA8-43EA-AD40-3DD3C4B80C12}"/>
              </a:ext>
            </a:extLst>
          </p:cNvPr>
          <p:cNvSpPr>
            <a:spLocks noGrp="1"/>
          </p:cNvSpPr>
          <p:nvPr>
            <p:ph type="ftr" idx="11"/>
          </p:nvPr>
        </p:nvSpPr>
        <p:spPr>
          <a:xfrm>
            <a:off x="581192" y="6317566"/>
            <a:ext cx="6917210" cy="365125"/>
          </a:xfrm>
        </p:spPr>
        <p:txBody>
          <a:bodyPr/>
          <a:lstStyle>
            <a:lvl1pPr>
              <a:buNone/>
              <a:defRPr>
                <a:solidFill>
                  <a:schemeClr val="bg1"/>
                </a:solidFill>
              </a:defRPr>
            </a:lvl1pPr>
          </a:lstStyle>
          <a:p>
            <a:endParaRPr/>
          </a:p>
        </p:txBody>
      </p:sp>
      <p:sp>
        <p:nvSpPr>
          <p:cNvPr id="7" name="Slide Number Placeholder 6">
            <a:extLst>
              <a:ext uri="{FF2B5EF4-FFF2-40B4-BE49-F238E27FC236}">
                <a16:creationId xmlns:a16="http://schemas.microsoft.com/office/drawing/2014/main" id="{A8886CE7-2234-4BAE-8089-4AF1D4A48B05}"/>
              </a:ext>
            </a:extLst>
          </p:cNvPr>
          <p:cNvSpPr>
            <a:spLocks noGrp="1"/>
          </p:cNvSpPr>
          <p:nvPr>
            <p:ph type="sldNum" idx="12"/>
          </p:nvPr>
        </p:nvSpPr>
        <p:spPr>
          <a:xfrm>
            <a:off x="10558300" y="6321892"/>
            <a:ext cx="1052510" cy="365125"/>
          </a:xfrm>
        </p:spPr>
        <p:txBody>
          <a:bodyPr/>
          <a:lstStyle>
            <a:lvl1pPr>
              <a:buNone/>
              <a:defRPr>
                <a:solidFill>
                  <a:schemeClr val="bg1"/>
                </a:solidFill>
              </a:defRPr>
            </a:lvl1pPr>
          </a:lstStyle>
          <a:p>
            <a:fld id="{884CB002-4CB8-4C9B-A42A-1F99E8D1B09A}" type="slidenum">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B8851-9DD7-41D2-A639-93680173C3A6}"/>
              </a:ext>
            </a:extLst>
          </p:cNvPr>
          <p:cNvSpPr>
            <a:spLocks noGrp="1"/>
          </p:cNvSpPr>
          <p:nvPr>
            <p:ph type="title"/>
          </p:nvPr>
        </p:nvSpPr>
        <p:spPr>
          <a:xfrm>
            <a:off x="581193" y="5199829"/>
            <a:ext cx="11029616" cy="566738"/>
          </a:xfrm>
        </p:spPr>
        <p:txBody>
          <a:bodyPr anchor="b">
            <a:normAutofit/>
          </a:bodyPr>
          <a:lstStyle>
            <a:lvl1pPr algn="l">
              <a:buNone/>
              <a:defRPr sz="2400" b="1">
                <a:solidFill>
                  <a:srgbClr val="FFFF00"/>
                </a:solidFill>
              </a:defRPr>
            </a:lvl1pPr>
          </a:lstStyle>
          <a:p>
            <a:r>
              <a:t>Haga clic para modificar el estilo de título del patrón</a:t>
            </a:r>
          </a:p>
        </p:txBody>
      </p:sp>
      <p:sp>
        <p:nvSpPr>
          <p:cNvPr id="3" name="Picture Placeholder 2">
            <a:extLst>
              <a:ext uri="{FF2B5EF4-FFF2-40B4-BE49-F238E27FC236}">
                <a16:creationId xmlns:a16="http://schemas.microsoft.com/office/drawing/2014/main" id="{67C1F07D-E6B6-43C1-BBFB-7322BC682E0F}"/>
              </a:ext>
            </a:extLst>
          </p:cNvPr>
          <p:cNvSpPr>
            <a:spLocks noGrp="1"/>
          </p:cNvSpPr>
          <p:nvPr>
            <p:ph type="pic" idx="1"/>
          </p:nvPr>
        </p:nvSpPr>
        <p:spPr>
          <a:xfrm>
            <a:off x="0" y="1269999"/>
            <a:ext cx="12192000" cy="3825775"/>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t>Haga clic en el icono para agregar una imagen</a:t>
            </a:r>
          </a:p>
        </p:txBody>
      </p:sp>
      <p:sp>
        <p:nvSpPr>
          <p:cNvPr id="4" name="Text Placeholder 3">
            <a:extLst>
              <a:ext uri="{FF2B5EF4-FFF2-40B4-BE49-F238E27FC236}">
                <a16:creationId xmlns:a16="http://schemas.microsoft.com/office/drawing/2014/main" id="{2EE12834-A2E2-43E1-9D22-2D98C0D2AD53}"/>
              </a:ext>
            </a:extLst>
          </p:cNvPr>
          <p:cNvSpPr>
            <a:spLocks noGrp="1"/>
          </p:cNvSpPr>
          <p:nvPr>
            <p:ph type="body" idx="2"/>
          </p:nvPr>
        </p:nvSpPr>
        <p:spPr>
          <a:xfrm>
            <a:off x="581192" y="576656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Haga clic para modificar los estilos de texto del patrón</a:t>
            </a:r>
          </a:p>
        </p:txBody>
      </p:sp>
      <p:sp>
        <p:nvSpPr>
          <p:cNvPr id="5" name="Date Placeholder 4">
            <a:extLst>
              <a:ext uri="{FF2B5EF4-FFF2-40B4-BE49-F238E27FC236}">
                <a16:creationId xmlns:a16="http://schemas.microsoft.com/office/drawing/2014/main" id="{AAF01E03-7244-4B92-A47C-3119B5ADFB5E}"/>
              </a:ext>
            </a:extLst>
          </p:cNvPr>
          <p:cNvSpPr>
            <a:spLocks noGrp="1"/>
          </p:cNvSpPr>
          <p:nvPr>
            <p:ph type="dt" idx="10"/>
          </p:nvPr>
        </p:nvSpPr>
        <p:spPr>
          <a:xfrm>
            <a:off x="7605951" y="6462577"/>
            <a:ext cx="2844799" cy="365125"/>
          </a:xfrm>
        </p:spPr>
        <p:txBody>
          <a:bodyPr/>
          <a:lstStyle>
            <a:lvl1pPr>
              <a:buNone/>
              <a:defRPr>
                <a:solidFill>
                  <a:schemeClr val="bg1"/>
                </a:solidFill>
              </a:defRPr>
            </a:lvl1pPr>
          </a:lstStyle>
          <a:p>
            <a:fld id="{59A96ECF-3AFB-4639-9295-D19CB2B28DE5}" type="datetimeFigureOut">
              <a:t>15/09/2026</a:t>
            </a:fld>
            <a:endParaRPr/>
          </a:p>
        </p:txBody>
      </p:sp>
      <p:sp>
        <p:nvSpPr>
          <p:cNvPr id="6" name="Footer Placeholder 5">
            <a:extLst>
              <a:ext uri="{FF2B5EF4-FFF2-40B4-BE49-F238E27FC236}">
                <a16:creationId xmlns:a16="http://schemas.microsoft.com/office/drawing/2014/main" id="{9F0A012C-CF11-4FC6-8916-013B466B2675}"/>
              </a:ext>
            </a:extLst>
          </p:cNvPr>
          <p:cNvSpPr>
            <a:spLocks noGrp="1"/>
          </p:cNvSpPr>
          <p:nvPr>
            <p:ph type="ftr" idx="11"/>
          </p:nvPr>
        </p:nvSpPr>
        <p:spPr>
          <a:xfrm>
            <a:off x="581192" y="6458251"/>
            <a:ext cx="6917210" cy="365125"/>
          </a:xfrm>
        </p:spPr>
        <p:txBody>
          <a:bodyPr/>
          <a:lstStyle>
            <a:lvl1pPr>
              <a:buNone/>
              <a:defRPr>
                <a:solidFill>
                  <a:schemeClr val="bg1"/>
                </a:solidFill>
              </a:defRPr>
            </a:lvl1pPr>
          </a:lstStyle>
          <a:p>
            <a:endParaRPr/>
          </a:p>
        </p:txBody>
      </p:sp>
      <p:sp>
        <p:nvSpPr>
          <p:cNvPr id="7" name="Slide Number Placeholder 6">
            <a:extLst>
              <a:ext uri="{FF2B5EF4-FFF2-40B4-BE49-F238E27FC236}">
                <a16:creationId xmlns:a16="http://schemas.microsoft.com/office/drawing/2014/main" id="{83FCAF1D-E240-421A-AC9F-EE0D187F4BC4}"/>
              </a:ext>
            </a:extLst>
          </p:cNvPr>
          <p:cNvSpPr>
            <a:spLocks noGrp="1"/>
          </p:cNvSpPr>
          <p:nvPr>
            <p:ph type="sldNum" idx="12"/>
          </p:nvPr>
        </p:nvSpPr>
        <p:spPr>
          <a:xfrm>
            <a:off x="10558300" y="6462577"/>
            <a:ext cx="1052510" cy="365125"/>
          </a:xfrm>
        </p:spPr>
        <p:txBody>
          <a:bodyPr/>
          <a:lstStyle>
            <a:lvl1pPr>
              <a:buNone/>
              <a:defRPr>
                <a:solidFill>
                  <a:schemeClr val="bg1"/>
                </a:solidFill>
              </a:defRPr>
            </a:lvl1pPr>
          </a:lstStyle>
          <a:p>
            <a:fld id="{884CB002-4CB8-4C9B-A42A-1F99E8D1B09A}" type="slidenum">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y texto vertical">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698DA78-E06D-42D7-B2C0-0D5E9207258F}"/>
              </a:ext>
            </a:extLst>
          </p:cNvPr>
          <p:cNvSpPr>
            <a:spLocks noGrp="1"/>
          </p:cNvSpPr>
          <p:nvPr>
            <p:ph type="title"/>
          </p:nvPr>
        </p:nvSpPr>
        <p:spPr>
          <a:xfrm>
            <a:off x="1136817" y="1660180"/>
            <a:ext cx="11029616" cy="1013800"/>
          </a:xfrm>
          <a:prstGeom prst="rect">
            <a:avLst/>
          </a:prstGeom>
          <a:noFill/>
        </p:spPr>
        <p:txBody>
          <a:bodyPr/>
          <a:lstStyle>
            <a:lvl1pPr algn="ctr">
              <a:buNone/>
              <a:defRPr b="1">
                <a:solidFill>
                  <a:srgbClr val="FFFF00"/>
                </a:solidFill>
                <a:latin typeface="Arial"/>
                <a:ea typeface="Arial"/>
                <a:cs typeface="Arial"/>
              </a:defRPr>
            </a:lvl1pPr>
          </a:lstStyle>
          <a:p>
            <a:r>
              <a:t>Haga clic para modificar el estilo de título del patrón</a:t>
            </a:r>
          </a:p>
        </p:txBody>
      </p:sp>
      <p:sp>
        <p:nvSpPr>
          <p:cNvPr id="3" name="Vertical Text Placeholder 2">
            <a:extLst>
              <a:ext uri="{FF2B5EF4-FFF2-40B4-BE49-F238E27FC236}">
                <a16:creationId xmlns:a16="http://schemas.microsoft.com/office/drawing/2014/main" id="{085FDF49-4E01-4995-87D0-C061C94D77FF}"/>
              </a:ext>
            </a:extLst>
          </p:cNvPr>
          <p:cNvSpPr>
            <a:spLocks noGrp="1"/>
          </p:cNvSpPr>
          <p:nvPr>
            <p:ph type="body" idx="1"/>
          </p:nvPr>
        </p:nvSpPr>
        <p:spPr>
          <a:xfrm>
            <a:off x="923471" y="2877412"/>
            <a:ext cx="10411279" cy="3522794"/>
          </a:xfrm>
        </p:spPr>
        <p:txBody>
          <a:bodyPr vert="eaVert" anchor="t"/>
          <a:lstStyle>
            <a:lvl1pPr algn="l">
              <a:buClrTx/>
              <a:buNone/>
              <a:defRPr>
                <a:solidFill>
                  <a:srgbClr val="FFFF00"/>
                </a:solidFill>
                <a:latin typeface="Arial"/>
                <a:ea typeface="Arial"/>
                <a:cs typeface="Arial"/>
              </a:defRPr>
            </a:lvl1pPr>
            <a:lvl2pPr algn="l">
              <a:buClrTx/>
              <a:buNone/>
              <a:defRPr>
                <a:solidFill>
                  <a:srgbClr val="FFFF00"/>
                </a:solidFill>
                <a:latin typeface="Arial"/>
                <a:ea typeface="Arial"/>
                <a:cs typeface="Arial"/>
              </a:defRPr>
            </a:lvl2pPr>
            <a:lvl3pPr algn="l">
              <a:buClrTx/>
              <a:buNone/>
              <a:defRPr>
                <a:solidFill>
                  <a:srgbClr val="FFFF00"/>
                </a:solidFill>
                <a:latin typeface="Arial"/>
                <a:ea typeface="Arial"/>
                <a:cs typeface="Arial"/>
              </a:defRPr>
            </a:lvl3pPr>
            <a:lvl4pPr algn="l">
              <a:buClrTx/>
              <a:buNone/>
              <a:defRPr>
                <a:solidFill>
                  <a:srgbClr val="FFFF00"/>
                </a:solidFill>
                <a:latin typeface="Arial"/>
                <a:ea typeface="Arial"/>
                <a:cs typeface="Arial"/>
              </a:defRPr>
            </a:lvl4pPr>
            <a:lvl5pPr algn="l">
              <a:buClrTx/>
              <a:buNone/>
              <a:defRPr>
                <a:solidFill>
                  <a:srgbClr val="FFFF00"/>
                </a:solidFill>
                <a:latin typeface="Arial"/>
                <a:ea typeface="Arial"/>
                <a:cs typeface="Arial"/>
              </a:defRPr>
            </a:lvl5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Date Placeholder 3">
            <a:extLst>
              <a:ext uri="{FF2B5EF4-FFF2-40B4-BE49-F238E27FC236}">
                <a16:creationId xmlns:a16="http://schemas.microsoft.com/office/drawing/2014/main" id="{9FF2FC7B-BABF-4084-9E9B-F35BE25926E0}"/>
              </a:ext>
            </a:extLst>
          </p:cNvPr>
          <p:cNvSpPr>
            <a:spLocks noGrp="1"/>
          </p:cNvSpPr>
          <p:nvPr>
            <p:ph type="dt" idx="10"/>
          </p:nvPr>
        </p:nvSpPr>
        <p:spPr>
          <a:xfrm>
            <a:off x="7605951" y="6561046"/>
            <a:ext cx="2844799" cy="365125"/>
          </a:xfrm>
        </p:spPr>
        <p:txBody>
          <a:bodyPr/>
          <a:lstStyle>
            <a:lvl1pPr>
              <a:buNone/>
              <a:defRPr>
                <a:solidFill>
                  <a:schemeClr val="bg1"/>
                </a:solidFill>
              </a:defRPr>
            </a:lvl1pPr>
          </a:lstStyle>
          <a:p>
            <a:fld id="{59A96ECF-3AFB-4639-9295-D19CB2B28DE5}" type="datetimeFigureOut">
              <a:t>15/09/2026</a:t>
            </a:fld>
            <a:endParaRPr/>
          </a:p>
        </p:txBody>
      </p:sp>
      <p:sp>
        <p:nvSpPr>
          <p:cNvPr id="5" name="Footer Placeholder 4">
            <a:extLst>
              <a:ext uri="{FF2B5EF4-FFF2-40B4-BE49-F238E27FC236}">
                <a16:creationId xmlns:a16="http://schemas.microsoft.com/office/drawing/2014/main" id="{4E372B5D-5764-4F1F-A98A-8D41E5707891}"/>
              </a:ext>
            </a:extLst>
          </p:cNvPr>
          <p:cNvSpPr>
            <a:spLocks noGrp="1"/>
          </p:cNvSpPr>
          <p:nvPr>
            <p:ph type="ftr" idx="11"/>
          </p:nvPr>
        </p:nvSpPr>
        <p:spPr>
          <a:xfrm>
            <a:off x="581192" y="6556720"/>
            <a:ext cx="6917210" cy="365125"/>
          </a:xfrm>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EDE8AD2C-C949-4AC0-8392-4C26083A12A0}"/>
              </a:ext>
            </a:extLst>
          </p:cNvPr>
          <p:cNvSpPr>
            <a:spLocks noGrp="1"/>
          </p:cNvSpPr>
          <p:nvPr>
            <p:ph type="sldNum" idx="12"/>
          </p:nvPr>
        </p:nvSpPr>
        <p:spPr>
          <a:xfrm>
            <a:off x="10558300" y="6561046"/>
            <a:ext cx="1052510" cy="365125"/>
          </a:xfrm>
        </p:spPr>
        <p:txBody>
          <a:bodyPr/>
          <a:lstStyle>
            <a:lvl1pPr>
              <a:buNone/>
              <a:defRPr>
                <a:solidFill>
                  <a:schemeClr val="bg1"/>
                </a:solidFill>
              </a:defRPr>
            </a:lvl1pPr>
          </a:lstStyle>
          <a:p>
            <a:fld id="{884CB002-4CB8-4C9B-A42A-1F99E8D1B09A}"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42F9A95-E275-4315-8FD6-9EAB3E5773AB}"/>
              </a:ext>
            </a:extLst>
          </p:cNvPr>
          <p:cNvSpPr>
            <a:spLocks noGrp="1"/>
          </p:cNvSpPr>
          <p:nvPr/>
        </p:nvSpPr>
        <p:spPr>
          <a:xfrm>
            <a:off x="9236076" y="2016125"/>
            <a:ext cx="2906817" cy="4400550"/>
          </a:xfrm>
          <a:prstGeom prst="rect">
            <a:avLst/>
          </a:prstGeom>
          <a:solidFill>
            <a:srgbClr val="FFFFFF">
              <a:alpha val="50000"/>
            </a:srgbClr>
          </a:solidFill>
          <a:ln>
            <a:noFill/>
          </a:ln>
        </p:spPr>
        <p:style>
          <a:lnRef idx="1">
            <a:schemeClr val="accent1"/>
          </a:lnRef>
          <a:fillRef idx="3">
            <a:schemeClr val="accent1"/>
          </a:fillRef>
          <a:effectRef idx="2">
            <a:schemeClr val="accent1"/>
          </a:effectRef>
          <a:fontRef idx="minor">
            <a:schemeClr val="lt1"/>
          </a:fontRef>
        </p:style>
      </p:sp>
      <p:sp>
        <p:nvSpPr>
          <p:cNvPr id="2" name="Vertical Title 1">
            <a:extLst>
              <a:ext uri="{FF2B5EF4-FFF2-40B4-BE49-F238E27FC236}">
                <a16:creationId xmlns:a16="http://schemas.microsoft.com/office/drawing/2014/main" id="{429F572A-5BA8-45A7-B184-E501B5E15376}"/>
              </a:ext>
            </a:extLst>
          </p:cNvPr>
          <p:cNvSpPr>
            <a:spLocks noGrp="1"/>
          </p:cNvSpPr>
          <p:nvPr>
            <p:ph type="title"/>
          </p:nvPr>
        </p:nvSpPr>
        <p:spPr>
          <a:xfrm>
            <a:off x="9667875" y="2159000"/>
            <a:ext cx="2317749" cy="3699799"/>
          </a:xfrm>
        </p:spPr>
        <p:txBody>
          <a:bodyPr vert="eaVert"/>
          <a:lstStyle>
            <a:lvl1pPr algn="ctr">
              <a:buNone/>
              <a:defRPr b="1">
                <a:solidFill>
                  <a:srgbClr val="FFFFFF"/>
                </a:solidFill>
                <a:latin typeface="Arial"/>
                <a:ea typeface="Arial"/>
                <a:cs typeface="Arial"/>
              </a:defRPr>
            </a:lvl1pPr>
          </a:lstStyle>
          <a:p>
            <a:r>
              <a:t>Haga clic para modificar el estilo de título del patrón</a:t>
            </a:r>
          </a:p>
        </p:txBody>
      </p:sp>
      <p:sp>
        <p:nvSpPr>
          <p:cNvPr id="3" name="Vertical Text Placeholder 2">
            <a:extLst>
              <a:ext uri="{FF2B5EF4-FFF2-40B4-BE49-F238E27FC236}">
                <a16:creationId xmlns:a16="http://schemas.microsoft.com/office/drawing/2014/main" id="{7FFDBD8A-D436-4B34-8613-32CC16904D86}"/>
              </a:ext>
            </a:extLst>
          </p:cNvPr>
          <p:cNvSpPr>
            <a:spLocks noGrp="1"/>
          </p:cNvSpPr>
          <p:nvPr>
            <p:ph type="body" idx="1"/>
          </p:nvPr>
        </p:nvSpPr>
        <p:spPr>
          <a:xfrm>
            <a:off x="1171798" y="2063750"/>
            <a:ext cx="7896279" cy="3795049"/>
          </a:xfrm>
        </p:spPr>
        <p:txBody>
          <a:bodyPr vert="eaVert" anchor="t"/>
          <a:lstStyle>
            <a:lvl1pPr>
              <a:buClrTx/>
              <a:buNone/>
              <a:defRPr>
                <a:solidFill>
                  <a:srgbClr val="FFFF00"/>
                </a:solidFill>
                <a:latin typeface="Arial"/>
                <a:ea typeface="Arial"/>
                <a:cs typeface="Arial"/>
              </a:defRPr>
            </a:lvl1pPr>
            <a:lvl2pPr>
              <a:buClrTx/>
              <a:buNone/>
              <a:defRPr>
                <a:solidFill>
                  <a:srgbClr val="FFFF00"/>
                </a:solidFill>
                <a:latin typeface="Arial"/>
                <a:ea typeface="Arial"/>
                <a:cs typeface="Arial"/>
              </a:defRPr>
            </a:lvl2pPr>
            <a:lvl3pPr>
              <a:buClrTx/>
              <a:buNone/>
              <a:defRPr>
                <a:solidFill>
                  <a:srgbClr val="FFFF00"/>
                </a:solidFill>
                <a:latin typeface="Arial"/>
                <a:ea typeface="Arial"/>
                <a:cs typeface="Arial"/>
              </a:defRPr>
            </a:lvl3pPr>
            <a:lvl4pPr>
              <a:buClrTx/>
              <a:buNone/>
              <a:defRPr>
                <a:solidFill>
                  <a:srgbClr val="FFFF00"/>
                </a:solidFill>
                <a:latin typeface="Arial"/>
                <a:ea typeface="Arial"/>
                <a:cs typeface="Arial"/>
              </a:defRPr>
            </a:lvl4pPr>
            <a:lvl5pPr>
              <a:buClrTx/>
              <a:buNone/>
              <a:defRPr>
                <a:solidFill>
                  <a:srgbClr val="FFFF00"/>
                </a:solidFill>
                <a:latin typeface="Arial"/>
                <a:ea typeface="Arial"/>
                <a:cs typeface="Arial"/>
              </a:defRPr>
            </a:lvl5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Date Placeholder 3">
            <a:extLst>
              <a:ext uri="{FF2B5EF4-FFF2-40B4-BE49-F238E27FC236}">
                <a16:creationId xmlns:a16="http://schemas.microsoft.com/office/drawing/2014/main" id="{A763D9CF-C3D7-47E0-B884-ADD14B99603B}"/>
              </a:ext>
            </a:extLst>
          </p:cNvPr>
          <p:cNvSpPr>
            <a:spLocks noGrp="1"/>
          </p:cNvSpPr>
          <p:nvPr>
            <p:ph type="dt" idx="10"/>
          </p:nvPr>
        </p:nvSpPr>
        <p:spPr>
          <a:xfrm>
            <a:off x="8993673" y="5956137"/>
            <a:ext cx="1328141" cy="365125"/>
          </a:xfrm>
        </p:spPr>
        <p:txBody>
          <a:bodyPr/>
          <a:lstStyle>
            <a:lvl1pPr>
              <a:buNone/>
              <a:defRPr>
                <a:solidFill>
                  <a:schemeClr val="bg1"/>
                </a:solidFill>
              </a:defRPr>
            </a:lvl1pPr>
          </a:lstStyle>
          <a:p>
            <a:fld id="{59A96ECF-3AFB-4639-9295-D19CB2B28DE5}" type="datetimeFigureOut">
              <a:t>15/09/2026</a:t>
            </a:fld>
            <a:endParaRPr/>
          </a:p>
        </p:txBody>
      </p:sp>
      <p:sp>
        <p:nvSpPr>
          <p:cNvPr id="5" name="Footer Placeholder 4">
            <a:extLst>
              <a:ext uri="{FF2B5EF4-FFF2-40B4-BE49-F238E27FC236}">
                <a16:creationId xmlns:a16="http://schemas.microsoft.com/office/drawing/2014/main" id="{63CE7705-37C8-4505-9712-84DFD548CD19}"/>
              </a:ext>
            </a:extLst>
          </p:cNvPr>
          <p:cNvSpPr>
            <a:spLocks noGrp="1"/>
          </p:cNvSpPr>
          <p:nvPr>
            <p:ph type="ftr" idx="11"/>
          </p:nvPr>
        </p:nvSpPr>
        <p:spPr>
          <a:xfrm>
            <a:off x="774923" y="5951811"/>
            <a:ext cx="7896279" cy="365125"/>
          </a:xfrm>
        </p:spPr>
        <p:txBody>
          <a:bodyPr/>
          <a:lstStyle>
            <a:lvl1pPr>
              <a:buNone/>
              <a:defRPr>
                <a:solidFill>
                  <a:schemeClr val="bg1"/>
                </a:solidFill>
              </a:defRPr>
            </a:lvl1pPr>
          </a:lstStyle>
          <a:p>
            <a:endParaRPr/>
          </a:p>
        </p:txBody>
      </p:sp>
      <p:sp>
        <p:nvSpPr>
          <p:cNvPr id="6" name="Slide Number Placeholder 5">
            <a:extLst>
              <a:ext uri="{FF2B5EF4-FFF2-40B4-BE49-F238E27FC236}">
                <a16:creationId xmlns:a16="http://schemas.microsoft.com/office/drawing/2014/main" id="{D91C9564-1C59-4801-A4F5-666A92A009B3}"/>
              </a:ext>
            </a:extLst>
          </p:cNvPr>
          <p:cNvSpPr>
            <a:spLocks noGrp="1"/>
          </p:cNvSpPr>
          <p:nvPr>
            <p:ph type="sldNum" idx="12"/>
          </p:nvPr>
        </p:nvSpPr>
        <p:spPr>
          <a:xfrm>
            <a:off x="10446615" y="5956137"/>
            <a:ext cx="1164195" cy="365125"/>
          </a:xfrm>
        </p:spPr>
        <p:txBody>
          <a:bodyPr/>
          <a:lstStyle>
            <a:lvl1pPr>
              <a:buNone/>
              <a:defRPr>
                <a:solidFill>
                  <a:schemeClr val="bg1"/>
                </a:solidFill>
              </a:defRPr>
            </a:lvl1pPr>
          </a:lstStyle>
          <a:p>
            <a:fld id="{884CB002-4CB8-4C9B-A42A-1F99E8D1B09A}"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Ensiu" Type="http://schemas.openxmlformats.org/officeDocument/2006/relationships/image" Target="../media/logo_ensiu.jpg"/><Relationship Id="rIdUniminuto" Type="http://schemas.openxmlformats.org/officeDocument/2006/relationships/image" Target="../media/logo_uniminuto.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6600">
                <a:alpha val="91000"/>
              </a:srgbClr>
            </a:gs>
            <a:gs pos="100000">
              <a:schemeClr val="accent1">
                <a:lumMod val="75000"/>
                <a:alpha val="13000"/>
              </a:schemeClr>
            </a:gs>
            <a:gs pos="61000">
              <a:srgbClr val="FF6600">
                <a:alpha val="37000"/>
              </a:srgbClr>
            </a:gs>
            <a:gs pos="84000">
              <a:schemeClr val="accent1">
                <a:lumMod val="60000"/>
                <a:lumOff val="40000"/>
                <a:alpha val="83000"/>
              </a:schemeClr>
            </a:gs>
          </a:gsLst>
          <a:lin ang="0" scaled="1"/>
          <a:tileRect/>
        </a:gradFill>
        <a:effectLst/>
      </p:bgPr>
    </p:bg>
    <p:spTree>
      <p:nvGrpSpPr>
        <p:cNvPr id="1" name=""/>
        <p:cNvGrpSpPr/>
        <p:nvPr/>
      </p:nvGrpSpPr>
      <p:grpSpPr>
        <a:xfrm>
          <a:off x="0" y="0"/>
          <a:ext cx="0" cy="0"/>
          <a:chOff x="0" y="0"/>
          <a:chExt cx="0" cy="0"/>
        </a:xfrm>
      </p:grpSpPr>
      <p:pic>
        <p:nvPicPr>
          <p:cNvPr id="16" name="Imagen 7"/>
          <p:cNvPicPr>
            <a:picLocks noChangeAspect="1"/>
          </p:cNvPicPr>
          <p:nvPr/>
        </p:nvPicPr>
        <p:blipFill>
          <a:blip r:embed="rId13"/>
          <a:stretch>
            <a:fillRect/>
          </a:stretch>
        </p:blipFill>
        <p:spPr>
          <a:xfrm>
            <a:off x="190259" y="0"/>
            <a:ext cx="11994367" cy="6858000"/>
          </a:xfrm>
          <a:prstGeom prst="rect">
            <a:avLst/>
          </a:prstGeom>
        </p:spPr>
      </p:pic>
      <p:sp>
        <p:nvSpPr>
          <p:cNvPr id="2" name="Title Placeholder 1">
            <a:extLst>
              <a:ext uri="{FF2B5EF4-FFF2-40B4-BE49-F238E27FC236}">
                <a16:creationId xmlns:a16="http://schemas.microsoft.com/office/drawing/2014/main" id="{6E5D751E-445C-4ED9-B982-4AF64D640C2E}"/>
              </a:ext>
            </a:extLst>
          </p:cNvPr>
          <p:cNvSpPr>
            <a:spLocks noGrp="1"/>
          </p:cNvSpPr>
          <p:nvPr>
            <p:ph type="title"/>
          </p:nvPr>
        </p:nvSpPr>
        <p:spPr>
          <a:xfrm>
            <a:off x="2645346" y="1936749"/>
            <a:ext cx="9387904" cy="611603"/>
          </a:xfrm>
          <a:prstGeom prst="rect">
            <a:avLst/>
          </a:prstGeom>
        </p:spPr>
        <p:txBody>
          <a:bodyPr vert="horz" lIns="91440" tIns="45720" rIns="91440" bIns="45720" anchor="b">
            <a:normAutofit/>
          </a:bodyPr>
          <a:lstStyle/>
          <a:p>
            <a:r>
              <a:t>Haga clic para modificar el estilo de título del patrón</a:t>
            </a:r>
          </a:p>
        </p:txBody>
      </p:sp>
      <p:sp>
        <p:nvSpPr>
          <p:cNvPr id="3" name="Text Placeholder 2">
            <a:extLst>
              <a:ext uri="{FF2B5EF4-FFF2-40B4-BE49-F238E27FC236}">
                <a16:creationId xmlns:a16="http://schemas.microsoft.com/office/drawing/2014/main" id="{5B61FAF7-695D-4F81-9A5C-CBC29F5036E7}"/>
              </a:ext>
            </a:extLst>
          </p:cNvPr>
          <p:cNvSpPr>
            <a:spLocks noGrp="1"/>
          </p:cNvSpPr>
          <p:nvPr>
            <p:ph type="body" idx="1"/>
          </p:nvPr>
        </p:nvSpPr>
        <p:spPr>
          <a:xfrm>
            <a:off x="2776451" y="2702748"/>
            <a:ext cx="9050423" cy="3123377"/>
          </a:xfrm>
          <a:prstGeom prst="rect">
            <a:avLst/>
          </a:prstGeom>
        </p:spPr>
        <p:txBody>
          <a:bodyPr vert="horz" lIns="91440" tIns="45720" rIns="91440" bIns="45720" anchor="ctr">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Date Placeholder 3">
            <a:extLst>
              <a:ext uri="{FF2B5EF4-FFF2-40B4-BE49-F238E27FC236}">
                <a16:creationId xmlns:a16="http://schemas.microsoft.com/office/drawing/2014/main" id="{03D66CD1-FB73-4D2B-B26E-BCADBDED43C0}"/>
              </a:ext>
            </a:extLst>
          </p:cNvPr>
          <p:cNvSpPr>
            <a:spLocks noGrp="1"/>
          </p:cNvSpPr>
          <p:nvPr>
            <p:ph type="dt" idx="2"/>
          </p:nvPr>
        </p:nvSpPr>
        <p:spPr>
          <a:xfrm>
            <a:off x="7605951" y="5956137"/>
            <a:ext cx="2844799" cy="365125"/>
          </a:xfrm>
          <a:prstGeom prst="rect">
            <a:avLst/>
          </a:prstGeom>
        </p:spPr>
        <p:txBody>
          <a:bodyPr vert="horz" lIns="91440" tIns="45720" rIns="91440" bIns="45720" anchor="ctr"/>
          <a:lstStyle>
            <a:lvl1pPr algn="r">
              <a:buNone/>
              <a:defRPr sz="900">
                <a:solidFill>
                  <a:schemeClr val="bg1"/>
                </a:solidFill>
              </a:defRPr>
            </a:lvl1pPr>
          </a:lstStyle>
          <a:p>
            <a:fld id="{59A96ECF-3AFB-4639-9295-D19CB2B28DE5}" type="datetimeFigureOut">
              <a:t>15/09/2026</a:t>
            </a:fld>
            <a:endParaRPr/>
          </a:p>
        </p:txBody>
      </p:sp>
      <p:sp>
        <p:nvSpPr>
          <p:cNvPr id="5" name="Footer Placeholder 4">
            <a:extLst>
              <a:ext uri="{FF2B5EF4-FFF2-40B4-BE49-F238E27FC236}">
                <a16:creationId xmlns:a16="http://schemas.microsoft.com/office/drawing/2014/main" id="{8DC898A3-6D04-4731-9CCB-5E88C7535DEB}"/>
              </a:ext>
            </a:extLst>
          </p:cNvPr>
          <p:cNvSpPr>
            <a:spLocks noGrp="1"/>
          </p:cNvSpPr>
          <p:nvPr>
            <p:ph type="ftr" idx="3"/>
          </p:nvPr>
        </p:nvSpPr>
        <p:spPr>
          <a:xfrm>
            <a:off x="581192" y="5951811"/>
            <a:ext cx="6917210" cy="365125"/>
          </a:xfrm>
          <a:prstGeom prst="rect">
            <a:avLst/>
          </a:prstGeom>
        </p:spPr>
        <p:txBody>
          <a:bodyPr vert="horz" lIns="91440" tIns="45720" rIns="91440" bIns="45720" anchor="ctr"/>
          <a:lstStyle>
            <a:lvl1pPr algn="l">
              <a:buNone/>
              <a:defRPr sz="900" cap="all">
                <a:solidFill>
                  <a:schemeClr val="bg1"/>
                </a:solidFill>
              </a:defRPr>
            </a:lvl1pPr>
          </a:lstStyle>
          <a:p>
            <a:endParaRPr/>
          </a:p>
        </p:txBody>
      </p:sp>
      <p:sp>
        <p:nvSpPr>
          <p:cNvPr id="6" name="Slide Number Placeholder 5">
            <a:extLst>
              <a:ext uri="{FF2B5EF4-FFF2-40B4-BE49-F238E27FC236}">
                <a16:creationId xmlns:a16="http://schemas.microsoft.com/office/drawing/2014/main" id="{D28E5B7B-5D1E-4B47-8090-D6D71F1FC750}"/>
              </a:ext>
            </a:extLst>
          </p:cNvPr>
          <p:cNvSpPr>
            <a:spLocks noGrp="1"/>
          </p:cNvSpPr>
          <p:nvPr>
            <p:ph type="sldNum" idx="4"/>
          </p:nvPr>
        </p:nvSpPr>
        <p:spPr>
          <a:xfrm>
            <a:off x="10558300" y="5956137"/>
            <a:ext cx="1052510" cy="365125"/>
          </a:xfrm>
          <a:prstGeom prst="rect">
            <a:avLst/>
          </a:prstGeom>
        </p:spPr>
        <p:txBody>
          <a:bodyPr vert="horz" lIns="91440" tIns="45720" rIns="91440" bIns="45720" anchor="ctr"/>
          <a:lstStyle>
            <a:lvl1pPr algn="r">
              <a:buNone/>
              <a:defRPr sz="900">
                <a:solidFill>
                  <a:schemeClr val="bg1"/>
                </a:solidFill>
              </a:defRPr>
            </a:lvl1pPr>
          </a:lstStyle>
          <a:p>
            <a:fld id="{884CB002-4CB8-4C9B-A42A-1F99E8D1B09A}" type="slidenum">
              <a:t>‹Nº›</a:t>
            </a:fld>
            <a:endParaRPr/>
          </a:p>
        </p:txBody>
      </p:sp>
      <p:sp>
        <p:nvSpPr>
          <p:cNvPr id="11" name="CuadroTexto 10">
            <a:extLst>
              <a:ext uri="{FF2B5EF4-FFF2-40B4-BE49-F238E27FC236}">
                <a16:creationId xmlns:a16="http://schemas.microsoft.com/office/drawing/2014/main" id="{F09C16F7-DA7C-41EA-BA59-46D7441DA6DF}"/>
              </a:ext>
            </a:extLst>
          </p:cNvPr>
          <p:cNvSpPr>
            <a:spLocks noGrp="1"/>
          </p:cNvSpPr>
          <p:nvPr/>
        </p:nvSpPr>
        <p:spPr>
          <a:xfrm>
            <a:off x="-2789" y="-16626"/>
            <a:ext cx="432605" cy="6894195"/>
          </a:xfrm>
          <a:prstGeom prst="rect">
            <a:avLst/>
          </a:prstGeom>
          <a:solidFill>
            <a:srgbClr val="00B050"/>
          </a:solidFill>
        </p:spPr>
        <p:txBody>
          <a:bodyPr/>
          <a:lstStyle/>
          <a:p/>
        </p:txBody>
      </p:sp>
      <p:pic>
        <p:nvPicPr>
          <p:cNvPr id="900" name="Logo ENSIU 2026" descr="Logo ENSIU 2026, archivo oficial UNIMINUTO"/>
          <p:cNvPicPr>
            <a:picLocks noChangeAspect="1"/>
          </p:cNvPicPr>
          <p:nvPr/>
        </p:nvPicPr>
        <p:blipFill>
          <a:blip r:embed="rIdEnsiu"/>
          <a:stretch>
            <a:fillRect/>
          </a:stretch>
        </p:blipFill>
        <p:spPr>
          <a:xfrm>
            <a:off x="6629400" y="320040"/>
            <a:ext cx="2560320" cy="655393"/>
          </a:xfrm>
          <a:prstGeom prst="rect">
            <a:avLst/>
          </a:prstGeom>
        </p:spPr>
      </p:pic>
      <p:pic>
        <p:nvPicPr>
          <p:cNvPr id="901" name="Logo UNIMINUTO" descr="Logo UNIMINUTO, archivo oficial UNIMINUTO"/>
          <p:cNvPicPr>
            <a:picLocks noChangeAspect="1"/>
          </p:cNvPicPr>
          <p:nvPr/>
        </p:nvPicPr>
        <p:blipFill>
          <a:blip r:embed="rIdUniminuto"/>
          <a:stretch>
            <a:fillRect/>
          </a:stretch>
        </p:blipFill>
        <p:spPr>
          <a:xfrm>
            <a:off x="9464040" y="393192"/>
            <a:ext cx="2057400" cy="55542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a:spcBef>
          <a:spcPct val="0"/>
        </a:spcBef>
        <a:buNone/>
        <a:defRPr sz="2800" b="0" kern="1200" cap="all">
          <a:solidFill>
            <a:srgbClr val="FFFF00"/>
          </a:solidFill>
          <a:latin typeface="+mj-lt"/>
          <a:ea typeface="+mj-lt"/>
          <a:cs typeface="+mj-lt"/>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vl6pPr>
        <a:buNone/>
        <a:defRPr>
          <a:solidFill>
            <a:schemeClr val="tx2"/>
          </a:solidFill>
        </a:defRPr>
      </a:lvl6pPr>
      <a:lvl7pPr>
        <a:buNone/>
        <a:defRPr>
          <a:solidFill>
            <a:schemeClr val="tx2"/>
          </a:solidFill>
        </a:defRPr>
      </a:lvl7pPr>
      <a:lvl8pPr>
        <a:buNone/>
        <a:defRPr>
          <a:solidFill>
            <a:schemeClr val="tx2"/>
          </a:solidFill>
        </a:defRPr>
      </a:lvl8pPr>
      <a:lvl9pPr>
        <a:buNone/>
        <a:defRPr>
          <a:solidFill>
            <a:schemeClr val="tx2"/>
          </a:solidFill>
        </a:defRPr>
      </a:lvl9pPr>
    </p:titleStyle>
    <p:bodyStyle>
      <a:lvl1pPr marL="306000" indent="-306000" algn="l" defTabSz="457200">
        <a:spcBef>
          <a:spcPct val="20000"/>
        </a:spcBef>
        <a:spcAft>
          <a:spcPts val="600"/>
        </a:spcAft>
        <a:buClr>
          <a:srgbClr val="FF6600"/>
        </a:buClr>
        <a:buSzPct val="92000"/>
        <a:buFont typeface="Wingdings 2"/>
        <a:buChar char=""/>
        <a:defRPr sz="1800" kern="1200">
          <a:solidFill>
            <a:srgbClr val="FFFF00"/>
          </a:solidFill>
          <a:latin typeface="+mn-lt"/>
          <a:ea typeface="+mn-lt"/>
          <a:cs typeface="+mn-lt"/>
        </a:defRPr>
      </a:lvl1pPr>
      <a:lvl2pPr marL="630000" indent="-306000" algn="l" defTabSz="457200">
        <a:spcBef>
          <a:spcPct val="20000"/>
        </a:spcBef>
        <a:spcAft>
          <a:spcPts val="600"/>
        </a:spcAft>
        <a:buClr>
          <a:srgbClr val="FF6600"/>
        </a:buClr>
        <a:buSzPct val="92000"/>
        <a:buFont typeface="Wingdings 2"/>
        <a:buChar char=""/>
        <a:defRPr sz="1600" kern="1200">
          <a:solidFill>
            <a:srgbClr val="FFFF00"/>
          </a:solidFill>
          <a:latin typeface="+mn-lt"/>
          <a:ea typeface="+mn-lt"/>
          <a:cs typeface="+mn-lt"/>
        </a:defRPr>
      </a:lvl2pPr>
      <a:lvl3pPr marL="900000" indent="-270000" algn="l" defTabSz="457200">
        <a:spcBef>
          <a:spcPct val="20000"/>
        </a:spcBef>
        <a:spcAft>
          <a:spcPts val="600"/>
        </a:spcAft>
        <a:buClr>
          <a:srgbClr val="FF6600"/>
        </a:buClr>
        <a:buSzPct val="92000"/>
        <a:buFont typeface="Wingdings 2"/>
        <a:buChar char=""/>
        <a:defRPr sz="1400" kern="1200">
          <a:solidFill>
            <a:srgbClr val="FFFF00"/>
          </a:solidFill>
          <a:latin typeface="+mn-lt"/>
          <a:ea typeface="+mn-lt"/>
          <a:cs typeface="+mn-lt"/>
        </a:defRPr>
      </a:lvl3pPr>
      <a:lvl4pPr marL="1242000" indent="-234000" algn="l" defTabSz="457200">
        <a:spcBef>
          <a:spcPct val="20000"/>
        </a:spcBef>
        <a:spcAft>
          <a:spcPts val="600"/>
        </a:spcAft>
        <a:buClr>
          <a:srgbClr val="FF6600"/>
        </a:buClr>
        <a:buSzPct val="92000"/>
        <a:buFont typeface="Wingdings 2"/>
        <a:buChar char=""/>
        <a:defRPr sz="1200" kern="1200">
          <a:solidFill>
            <a:srgbClr val="FFFF00"/>
          </a:solidFill>
          <a:latin typeface="+mn-lt"/>
          <a:ea typeface="+mn-lt"/>
          <a:cs typeface="+mn-lt"/>
        </a:defRPr>
      </a:lvl4pPr>
      <a:lvl5pPr marL="1602000" indent="-234000" algn="l" defTabSz="457200">
        <a:spcBef>
          <a:spcPct val="20000"/>
        </a:spcBef>
        <a:spcAft>
          <a:spcPts val="600"/>
        </a:spcAft>
        <a:buClr>
          <a:srgbClr val="FF6600"/>
        </a:buClr>
        <a:buSzPct val="92000"/>
        <a:buFont typeface="Wingdings 2"/>
        <a:buChar char=""/>
        <a:defRPr sz="1200" kern="1200">
          <a:solidFill>
            <a:srgbClr val="FFFF00"/>
          </a:solidFill>
          <a:latin typeface="+mn-lt"/>
          <a:ea typeface="+mn-lt"/>
          <a:cs typeface="+mn-lt"/>
        </a:defRPr>
      </a:lvl5pPr>
      <a:lvl6pPr marL="1900000" indent="-228600" algn="l" defTabSz="457200">
        <a:spcBef>
          <a:spcPct val="20000"/>
        </a:spcBef>
        <a:spcAft>
          <a:spcPts val="600"/>
        </a:spcAft>
        <a:buClr>
          <a:schemeClr val="accent2"/>
        </a:buClr>
        <a:buSzPct val="92000"/>
        <a:buFont typeface="Wingdings 2"/>
        <a:buChar char=""/>
        <a:defRPr sz="1200" kern="1200">
          <a:solidFill>
            <a:schemeClr val="tx2"/>
          </a:solidFill>
          <a:latin typeface="+mn-lt"/>
          <a:ea typeface="+mn-lt"/>
          <a:cs typeface="+mn-lt"/>
        </a:defRPr>
      </a:lvl6pPr>
      <a:lvl7pPr marL="2200000" indent="-228600" algn="l" defTabSz="457200">
        <a:spcBef>
          <a:spcPct val="20000"/>
        </a:spcBef>
        <a:spcAft>
          <a:spcPts val="600"/>
        </a:spcAft>
        <a:buClr>
          <a:schemeClr val="accent2"/>
        </a:buClr>
        <a:buSzPct val="92000"/>
        <a:buFont typeface="Wingdings 2"/>
        <a:buChar char=""/>
        <a:defRPr sz="1200" kern="1200">
          <a:solidFill>
            <a:schemeClr val="tx2"/>
          </a:solidFill>
          <a:latin typeface="+mn-lt"/>
          <a:ea typeface="+mn-lt"/>
          <a:cs typeface="+mn-lt"/>
        </a:defRPr>
      </a:lvl7pPr>
      <a:lvl8pPr marL="2500000" indent="-228600" algn="l" defTabSz="457200">
        <a:spcBef>
          <a:spcPct val="20000"/>
        </a:spcBef>
        <a:spcAft>
          <a:spcPts val="600"/>
        </a:spcAft>
        <a:buClr>
          <a:schemeClr val="accent2"/>
        </a:buClr>
        <a:buSzPct val="92000"/>
        <a:buFont typeface="Wingdings 2"/>
        <a:buChar char=""/>
        <a:defRPr sz="1200" kern="1200">
          <a:solidFill>
            <a:schemeClr val="tx2"/>
          </a:solidFill>
          <a:latin typeface="+mn-lt"/>
          <a:ea typeface="+mn-lt"/>
          <a:cs typeface="+mn-lt"/>
        </a:defRPr>
      </a:lvl8pPr>
      <a:lvl9pPr marL="2800000" indent="-228600" algn="l" defTabSz="457200">
        <a:spcBef>
          <a:spcPct val="20000"/>
        </a:spcBef>
        <a:spcAft>
          <a:spcPts val="600"/>
        </a:spcAft>
        <a:buClr>
          <a:schemeClr val="accent2"/>
        </a:buClr>
        <a:buSzPct val="92000"/>
        <a:buFont typeface="Wingdings 2"/>
        <a:buChar char=""/>
        <a:defRPr sz="1200" kern="1200">
          <a:solidFill>
            <a:schemeClr val="tx2"/>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53C3117-9F85-49CF-B38A-DAC785C33987}"/>
              </a:ext>
            </a:extLst>
          </p:cNvPr>
          <p:cNvSpPr>
            <a:spLocks noGrp="1"/>
          </p:cNvSpPr>
          <p:nvPr>
            <p:ph type="title"/>
          </p:nvPr>
        </p:nvSpPr>
        <p:spPr>
          <a:xfrm>
            <a:off x="1355543" y="2122069"/>
            <a:ext cx="10026832" cy="1257631"/>
          </a:xfrm>
          <a:prstGeom prst="rect">
            <a:avLst/>
          </a:prstGeom>
          <a:noFill/>
        </p:spPr>
        <p:txBody>
          <a:bodyPr/>
          <a:lstStyle/>
          <a:p>
            <a:endParaRPr lang="es-CO" noProof="0" dirty="0"/>
          </a:p>
        </p:txBody>
      </p:sp>
      <p:sp>
        <p:nvSpPr>
          <p:cNvPr id="5" name="Marcador de texto 4">
            <a:extLst>
              <a:ext uri="{FF2B5EF4-FFF2-40B4-BE49-F238E27FC236}">
                <a16:creationId xmlns:a16="http://schemas.microsoft.com/office/drawing/2014/main" id="{243C103C-94CF-402E-AF71-9430D6A54318}"/>
              </a:ext>
            </a:extLst>
          </p:cNvPr>
          <p:cNvSpPr>
            <a:spLocks noGrp="1"/>
          </p:cNvSpPr>
          <p:nvPr>
            <p:ph type="body" idx="1"/>
          </p:nvPr>
        </p:nvSpPr>
        <p:spPr>
          <a:xfrm>
            <a:off x="2570818" y="3704982"/>
            <a:ext cx="8564213" cy="337792"/>
          </a:xfrm>
          <a:prstGeom prst="rect">
            <a:avLst/>
          </a:prstGeom>
          <a:noFill/>
        </p:spPr>
        <p:txBody>
          <a:bodyPr>
            <a:noAutofit/>
          </a:bodyPr>
          <a:lstStyle/>
          <a:p>
            <a:endParaRPr lang="es-CO" noProof="0" dirty="0"/>
          </a:p>
        </p:txBody>
      </p:sp>
      <p:sp>
        <p:nvSpPr>
          <p:cNvPr id="6" name="Rectángulo 5">
            <a:extLst>
              <a:ext uri="{FF2B5EF4-FFF2-40B4-BE49-F238E27FC236}">
                <a16:creationId xmlns:a16="http://schemas.microsoft.com/office/drawing/2014/main" id="{A0ADFF96-3646-4EC7-9184-01C7D9E840DC}"/>
              </a:ext>
            </a:extLst>
          </p:cNvPr>
          <p:cNvSpPr>
            <a:spLocks noGrp="1"/>
          </p:cNvSpPr>
          <p:nvPr/>
        </p:nvSpPr>
        <p:spPr>
          <a:xfrm>
            <a:off x="1333500" y="1562100"/>
            <a:ext cx="10096500" cy="4381500"/>
          </a:xfrm>
          <a:prstGeom prst="rect">
            <a:avLst/>
          </a:prstGeom>
          <a:solidFill>
            <a:srgbClr val="0A2B4B"/>
          </a:solidFill>
          <a:ln w="0">
            <a:noFill/>
          </a:ln>
        </p:spPr>
        <p:txBody>
          <a:bodyPr/>
          <a:lstStyle/>
          <a:p>
            <a:endParaRPr lang="es-CO" noProof="0" dirty="0"/>
          </a:p>
        </p:txBody>
      </p:sp>
      <p:sp>
        <p:nvSpPr>
          <p:cNvPr id="7" name="Rectángulo 6">
            <a:extLst>
              <a:ext uri="{FF2B5EF4-FFF2-40B4-BE49-F238E27FC236}">
                <a16:creationId xmlns:a16="http://schemas.microsoft.com/office/drawing/2014/main" id="{1387A65A-B3A4-4358-A12E-4E685ED45FDB}"/>
              </a:ext>
            </a:extLst>
          </p:cNvPr>
          <p:cNvSpPr>
            <a:spLocks noGrp="1"/>
          </p:cNvSpPr>
          <p:nvPr/>
        </p:nvSpPr>
        <p:spPr>
          <a:xfrm>
            <a:off x="1619250" y="1771650"/>
            <a:ext cx="9525000" cy="2000250"/>
          </a:xfrm>
          <a:prstGeom prst="rect">
            <a:avLst/>
          </a:prstGeom>
          <a:noFill/>
          <a:ln w="0">
            <a:noFill/>
          </a:ln>
        </p:spPr>
        <p:txBody>
          <a:bodyPr anchor="ctr">
            <a:noAutofit/>
          </a:bodyPr>
          <a:lstStyle/>
          <a:p>
            <a:pPr marL="0" indent="0"/>
            <a:r>
              <a:rPr lang="es-CO" sz="2550" b="1">
                <a:solidFill>
                  <a:srgbClr val="FFFFFF"/>
                </a:solidFill>
                <a:latin typeface="Gill Sans MT"/>
              </a:rPr>
              <a:t>Anticipar para Incluir:</a:t>
            </a:r>
            <a:endParaRPr lang="es-CO" sz="2550"/>
          </a:p>
          <a:p>
            <a:pPr marL="0" indent="0"/>
            <a:r>
              <a:rPr lang="es-CO" sz="2550" b="1">
                <a:solidFill>
                  <a:srgbClr val="FFFFFF"/>
                </a:solidFill>
                <a:latin typeface="Gill Sans MT"/>
              </a:rPr>
              <a:t>Inteligencia Artificial al Servicio de la Equidad Educativa</a:t>
            </a:r>
            <a:endParaRPr lang="es-CO" sz="2550"/>
          </a:p>
        </p:txBody>
      </p:sp>
      <p:sp>
        <p:nvSpPr>
          <p:cNvPr id="8" name="Rectángulo 7">
            <a:extLst>
              <a:ext uri="{FF2B5EF4-FFF2-40B4-BE49-F238E27FC236}">
                <a16:creationId xmlns:a16="http://schemas.microsoft.com/office/drawing/2014/main" id="{D202801A-2F9B-441F-B18F-9EEA3829CF69}"/>
              </a:ext>
            </a:extLst>
          </p:cNvPr>
          <p:cNvSpPr>
            <a:spLocks noGrp="1"/>
          </p:cNvSpPr>
          <p:nvPr/>
        </p:nvSpPr>
        <p:spPr>
          <a:xfrm>
            <a:off x="1619250" y="3905250"/>
            <a:ext cx="9334500" cy="723900"/>
          </a:xfrm>
          <a:prstGeom prst="rect">
            <a:avLst/>
          </a:prstGeom>
          <a:noFill/>
          <a:ln w="0">
            <a:noFill/>
          </a:ln>
        </p:spPr>
        <p:txBody>
          <a:bodyPr anchor="ctr">
            <a:noAutofit/>
          </a:bodyPr>
          <a:lstStyle/>
          <a:p>
            <a:pPr>
              <a:buNone/>
              <a:defRPr sz="2100" b="0">
                <a:solidFill>
                  <a:srgbClr val="FFFFFF"/>
                </a:solidFill>
                <a:latin typeface="Gill Sans MT"/>
                <a:ea typeface="Gill Sans MT"/>
                <a:cs typeface="Gill Sans MT"/>
              </a:defRPr>
            </a:pPr>
            <a:r>
              <a:rPr sz="2100" b="0">
                <a:solidFill>
                  <a:srgbClr val="FFFFFF"/>
                </a:solidFill>
                <a:latin typeface="Gill Sans MT"/>
                <a:ea typeface="Gill Sans MT"/>
                <a:cs typeface="Gill Sans MT"/>
              </a:rPr>
              <a:t>Edwin Santiago Paz Bedoya</a:t>
            </a:r>
          </a:p>
          <a:p>
            <a:pPr>
              <a:buNone/>
              <a:defRPr sz="2100" b="0">
                <a:solidFill>
                  <a:srgbClr val="FFFFFF"/>
                </a:solidFill>
                <a:latin typeface="Gill Sans MT"/>
                <a:ea typeface="Gill Sans MT"/>
                <a:cs typeface="Gill Sans MT"/>
              </a:defRPr>
            </a:pPr>
            <a:r>
              <a:rPr sz="2100" b="0">
                <a:solidFill>
                  <a:srgbClr val="FFFFFF"/>
                </a:solidFill>
                <a:latin typeface="Gill Sans MT"/>
                <a:ea typeface="Gill Sans MT"/>
                <a:cs typeface="Gill Sans MT"/>
              </a:rPr>
              <a:t>Nathalia Orozco Morales</a:t>
            </a:r>
          </a:p>
        </p:txBody>
      </p:sp>
      <p:sp>
        <p:nvSpPr>
          <p:cNvPr id="9" name="Rectángulo 8">
            <a:extLst>
              <a:ext uri="{FF2B5EF4-FFF2-40B4-BE49-F238E27FC236}">
                <a16:creationId xmlns:a16="http://schemas.microsoft.com/office/drawing/2014/main" id="{7B573B9C-34BE-46F3-9747-4CD340E14222}"/>
              </a:ext>
            </a:extLst>
          </p:cNvPr>
          <p:cNvSpPr>
            <a:spLocks noGrp="1"/>
          </p:cNvSpPr>
          <p:nvPr/>
        </p:nvSpPr>
        <p:spPr>
          <a:xfrm>
            <a:off x="1619250" y="4714875"/>
            <a:ext cx="9239250" cy="361950"/>
          </a:xfrm>
          <a:prstGeom prst="rect">
            <a:avLst/>
          </a:prstGeom>
          <a:noFill/>
          <a:ln w="0">
            <a:noFill/>
          </a:ln>
        </p:spPr>
        <p:txBody>
          <a:bodyPr anchor="ctr">
            <a:noAutofit/>
          </a:bodyPr>
          <a:lstStyle/>
          <a:p>
            <a:pPr>
              <a:defRPr sz="1725" b="0">
                <a:solidFill>
                  <a:srgbClr val="FFFFFF"/>
                </a:solidFill>
                <a:latin typeface="Gill Sans MT"/>
                <a:ea typeface="Gill Sans MT"/>
                <a:cs typeface="Gill Sans MT"/>
              </a:defRPr>
            </a:pPr>
            <a:r>
              <a:rPr lang="es-CO" sz="1725" b="0" noProof="0" dirty="0">
                <a:solidFill>
                  <a:srgbClr val="FFFFFF"/>
                </a:solidFill>
                <a:latin typeface="Gill Sans MT"/>
                <a:ea typeface="Gill Sans MT"/>
                <a:cs typeface="Gill Sans MT"/>
              </a:rPr>
              <a:t>UNIMINUTO Virtual – Bogotá, Colombia</a:t>
            </a:r>
          </a:p>
        </p:txBody>
      </p:sp>
      <p:sp>
        <p:nvSpPr>
          <p:cNvPr id="10" name="Rectángulo 9">
            <a:extLst>
              <a:ext uri="{FF2B5EF4-FFF2-40B4-BE49-F238E27FC236}">
                <a16:creationId xmlns:a16="http://schemas.microsoft.com/office/drawing/2014/main" id="{1F975BE5-92F8-432D-A5A1-C44F3949184D}"/>
              </a:ext>
            </a:extLst>
          </p:cNvPr>
          <p:cNvSpPr>
            <a:spLocks noGrp="1"/>
          </p:cNvSpPr>
          <p:nvPr/>
        </p:nvSpPr>
        <p:spPr>
          <a:xfrm>
            <a:off x="1618488" y="5148072"/>
            <a:ext cx="9235440" cy="658368"/>
          </a:xfrm>
          <a:prstGeom prst="rect">
            <a:avLst/>
          </a:prstGeom>
          <a:noFill/>
          <a:ln w="0">
            <a:noFill/>
          </a:ln>
        </p:spPr>
        <p:txBody>
          <a:bodyPr anchor="ctr">
            <a:noAutofit/>
          </a:bodyPr>
          <a:lstStyle/>
          <a:p>
            <a:pPr marL="0" indent="0"/>
            <a:r>
              <a:rPr lang="es-CO" sz="1500" b="0">
                <a:solidFill>
                  <a:srgbClr val="FFFFFF"/>
                </a:solidFill>
                <a:latin typeface="Gill Sans MT"/>
              </a:rPr>
              <a:t>Misión 4 — Inteligencia Artificial para la equidad</a:t>
            </a:r>
            <a:endParaRPr lang="es-CO" sz="1500"/>
          </a:p>
          <a:p>
            <a:pPr marL="0" indent="0"/>
            <a:r>
              <a:rPr lang="es-CO" sz="1500" b="0">
                <a:solidFill>
                  <a:srgbClr val="FFFFFF"/>
                </a:solidFill>
                <a:latin typeface="Gill Sans MT"/>
              </a:rPr>
              <a:t>Edwin: Especialización en Inteligencia Artificial · Código 1071010</a:t>
            </a:r>
            <a:endParaRPr lang="es-CO" sz="1500"/>
          </a:p>
        </p:txBody>
      </p:sp>
      <p:sp>
        <p:nvSpPr>
          <p:cNvPr id="11" name="Rectángulo 10">
            <a:extLst>
              <a:ext uri="{FF2B5EF4-FFF2-40B4-BE49-F238E27FC236}">
                <a16:creationId xmlns:a16="http://schemas.microsoft.com/office/drawing/2014/main" id="{BC211CF6-8194-4703-A861-FDB6632D2741}"/>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a:t>
            </a:r>
          </a:p>
        </p:txBody>
      </p:sp>
    </p:spTree>
    <p:extLst>
      <p:ext uri="{BB962C8B-B14F-4D97-AF65-F5344CB8AC3E}">
        <p14:creationId xmlns:p14="http://schemas.microsoft.com/office/powerpoint/2010/main" val="4058972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37084B72-FE22-4D82-8004-98F66E03B5CB}"/>
              </a:ext>
            </a:extLst>
          </p:cNvPr>
          <p:cNvSpPr>
            <a:spLocks noGrp="1"/>
          </p:cNvSpPr>
          <p:nvPr/>
        </p:nvSpPr>
        <p:spPr>
          <a:xfrm>
            <a:off x="857250" y="1409700"/>
            <a:ext cx="10620375" cy="619125"/>
          </a:xfrm>
          <a:prstGeom prst="rect">
            <a:avLst/>
          </a:prstGeom>
          <a:solidFill>
            <a:srgbClr val="0A2B4B"/>
          </a:solidFill>
          <a:ln w="0">
            <a:noFill/>
          </a:ln>
        </p:spPr>
        <p:txBody>
          <a:bodyPr/>
          <a:lstStyle/>
          <a:p>
            <a:endParaRPr lang="es-CO" noProof="0" dirty="0"/>
          </a:p>
        </p:txBody>
      </p:sp>
      <p:sp>
        <p:nvSpPr>
          <p:cNvPr id="5" name="Rectángulo 4">
            <a:extLst>
              <a:ext uri="{FF2B5EF4-FFF2-40B4-BE49-F238E27FC236}">
                <a16:creationId xmlns:a16="http://schemas.microsoft.com/office/drawing/2014/main" id="{BAF4DD8B-9D89-4D6D-BA3D-91265DBAE7C0}"/>
              </a:ext>
            </a:extLst>
          </p:cNvPr>
          <p:cNvSpPr>
            <a:spLocks noGrp="1"/>
          </p:cNvSpPr>
          <p:nvPr/>
        </p:nvSpPr>
        <p:spPr>
          <a:xfrm>
            <a:off x="1009650" y="1457325"/>
            <a:ext cx="10287000" cy="504825"/>
          </a:xfrm>
          <a:prstGeom prst="rect">
            <a:avLst/>
          </a:prstGeom>
          <a:noFill/>
          <a:ln w="0">
            <a:noFill/>
          </a:ln>
        </p:spPr>
        <p:txBody>
          <a:bodyPr anchor="ctr">
            <a:noAutofit/>
          </a:bodyPr>
          <a:lstStyle/>
          <a:p>
            <a:pPr>
              <a:buNone/>
              <a:defRPr sz="2550" b="1">
                <a:solidFill>
                  <a:srgbClr val="FFFFFF"/>
                </a:solidFill>
                <a:latin typeface="Gill Sans MT"/>
                <a:ea typeface="Gill Sans MT"/>
                <a:cs typeface="Gill Sans MT"/>
              </a:defRPr>
            </a:pPr>
            <a:r>
              <a:rPr lang="es-CO" sz="2550" b="1" noProof="0" dirty="0">
                <a:solidFill>
                  <a:srgbClr val="FFFFFF"/>
                </a:solidFill>
                <a:latin typeface="Gill Sans MT"/>
                <a:ea typeface="Gill Sans MT"/>
                <a:cs typeface="Gill Sans MT"/>
              </a:rPr>
              <a:t>Problema y objetivo</a:t>
            </a:r>
          </a:p>
        </p:txBody>
      </p:sp>
      <p:sp>
        <p:nvSpPr>
          <p:cNvPr id="6" name="Rectángulo 5">
            <a:extLst>
              <a:ext uri="{FF2B5EF4-FFF2-40B4-BE49-F238E27FC236}">
                <a16:creationId xmlns:a16="http://schemas.microsoft.com/office/drawing/2014/main" id="{D5C19554-E8E9-4AF0-9FAE-460A07C0023C}"/>
              </a:ext>
            </a:extLst>
          </p:cNvPr>
          <p:cNvSpPr>
            <a:spLocks noGrp="1"/>
          </p:cNvSpPr>
          <p:nvPr/>
        </p:nvSpPr>
        <p:spPr>
          <a:xfrm>
            <a:off x="857250" y="2133600"/>
            <a:ext cx="10620375" cy="3981450"/>
          </a:xfrm>
          <a:prstGeom prst="rect">
            <a:avLst/>
          </a:prstGeom>
          <a:solidFill>
            <a:srgbClr val="FFFFFF"/>
          </a:solidFill>
          <a:ln w="0">
            <a:noFill/>
          </a:ln>
        </p:spPr>
        <p:txBody>
          <a:bodyPr/>
          <a:lstStyle/>
          <a:p>
            <a:endParaRPr lang="es-CO" noProof="0" dirty="0"/>
          </a:p>
        </p:txBody>
      </p:sp>
      <p:sp>
        <p:nvSpPr>
          <p:cNvPr id="7" name="Rectángulo 6">
            <a:extLst>
              <a:ext uri="{FF2B5EF4-FFF2-40B4-BE49-F238E27FC236}">
                <a16:creationId xmlns:a16="http://schemas.microsoft.com/office/drawing/2014/main" id="{05800AD1-D2CB-40AB-947D-A37E678644F2}"/>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   2/10</a:t>
            </a:r>
          </a:p>
        </p:txBody>
      </p:sp>
      <p:sp>
        <p:nvSpPr>
          <p:cNvPr id="8" name="Rectángulo 7">
            <a:extLst>
              <a:ext uri="{FF2B5EF4-FFF2-40B4-BE49-F238E27FC236}">
                <a16:creationId xmlns:a16="http://schemas.microsoft.com/office/drawing/2014/main" id="{C7E7AE3C-3BB9-4668-BDF1-2A22655F80E5}"/>
              </a:ext>
            </a:extLst>
          </p:cNvPr>
          <p:cNvSpPr>
            <a:spLocks noGrp="1"/>
          </p:cNvSpPr>
          <p:nvPr/>
        </p:nvSpPr>
        <p:spPr>
          <a:xfrm>
            <a:off x="1143000" y="2343150"/>
            <a:ext cx="3333750" cy="400050"/>
          </a:xfrm>
          <a:prstGeom prst="rect">
            <a:avLst/>
          </a:prstGeom>
          <a:noFill/>
          <a:ln w="0">
            <a:noFill/>
          </a:ln>
        </p:spPr>
        <p:txBody>
          <a:bodyPr anchor="ctr">
            <a:noAutofit/>
          </a:bodyPr>
          <a:lstStyle/>
          <a:p>
            <a:pPr>
              <a:buNone/>
              <a:defRPr sz="2100" b="1">
                <a:solidFill>
                  <a:srgbClr val="0A2B4B"/>
                </a:solidFill>
                <a:latin typeface="Gill Sans MT"/>
                <a:ea typeface="Gill Sans MT"/>
                <a:cs typeface="Gill Sans MT"/>
              </a:defRPr>
            </a:pPr>
            <a:r>
              <a:rPr lang="es-CO" sz="2100" b="1" noProof="0" dirty="0">
                <a:solidFill>
                  <a:srgbClr val="0A2B4B"/>
                </a:solidFill>
                <a:latin typeface="Gill Sans MT"/>
                <a:ea typeface="Gill Sans MT"/>
                <a:cs typeface="Gill Sans MT"/>
              </a:rPr>
              <a:t>Problema</a:t>
            </a:r>
          </a:p>
        </p:txBody>
      </p:sp>
      <p:sp>
        <p:nvSpPr>
          <p:cNvPr id="9" name="Rectángulo 8">
            <a:extLst>
              <a:ext uri="{FF2B5EF4-FFF2-40B4-BE49-F238E27FC236}">
                <a16:creationId xmlns:a16="http://schemas.microsoft.com/office/drawing/2014/main" id="{C0EE608D-6FDA-41F6-9D68-7A2BF693CBCF}"/>
              </a:ext>
            </a:extLst>
          </p:cNvPr>
          <p:cNvSpPr>
            <a:spLocks noGrp="1"/>
          </p:cNvSpPr>
          <p:nvPr/>
        </p:nvSpPr>
        <p:spPr>
          <a:xfrm>
            <a:off x="1143000" y="2876550"/>
            <a:ext cx="9953625" cy="952500"/>
          </a:xfrm>
          <a:prstGeom prst="rect">
            <a:avLst/>
          </a:prstGeom>
          <a:noFill/>
          <a:ln w="0">
            <a:noFill/>
          </a:ln>
        </p:spPr>
        <p:txBody>
          <a:bodyPr anchor="ctr">
            <a:noAutofit/>
          </a:bodyPr>
          <a:lstStyle/>
          <a:p>
            <a:pPr>
              <a:buNone/>
              <a:defRPr sz="2250" b="0">
                <a:solidFill>
                  <a:srgbClr val="0A2B4B"/>
                </a:solidFill>
                <a:latin typeface="Gill Sans MT"/>
                <a:ea typeface="Gill Sans MT"/>
                <a:cs typeface="Gill Sans MT"/>
              </a:defRPr>
            </a:pPr>
            <a:r>
              <a:rPr lang="es-CO" sz="2250" b="0" noProof="0" dirty="0">
                <a:solidFill>
                  <a:srgbClr val="0A2B4B"/>
                </a:solidFill>
                <a:latin typeface="Gill Sans MT"/>
                <a:ea typeface="Gill Sans MT"/>
                <a:cs typeface="Gill Sans MT"/>
              </a:rPr>
              <a:t>Los resultados de Saber Pro se publican meses después</a:t>
            </a:r>
          </a:p>
          <a:p>
            <a:pPr>
              <a:buNone/>
              <a:defRPr sz="2250" b="0">
                <a:solidFill>
                  <a:srgbClr val="0A2B4B"/>
                </a:solidFill>
                <a:latin typeface="Gill Sans MT"/>
                <a:ea typeface="Gill Sans MT"/>
                <a:cs typeface="Gill Sans MT"/>
              </a:defRPr>
            </a:pPr>
            <a:r>
              <a:rPr lang="es-CO" sz="2250" b="0" noProof="0" dirty="0">
                <a:solidFill>
                  <a:srgbClr val="0A2B4B"/>
                </a:solidFill>
                <a:latin typeface="Gill Sans MT"/>
                <a:ea typeface="Gill Sans MT"/>
                <a:cs typeface="Gill Sans MT"/>
              </a:rPr>
              <a:t>de la aplicación del examen.</a:t>
            </a:r>
          </a:p>
        </p:txBody>
      </p:sp>
      <p:sp>
        <p:nvSpPr>
          <p:cNvPr id="10" name="Rectángulo 9">
            <a:extLst>
              <a:ext uri="{FF2B5EF4-FFF2-40B4-BE49-F238E27FC236}">
                <a16:creationId xmlns:a16="http://schemas.microsoft.com/office/drawing/2014/main" id="{EEAC7074-C391-4B83-AA65-5F719AFF6288}"/>
              </a:ext>
            </a:extLst>
          </p:cNvPr>
          <p:cNvSpPr>
            <a:spLocks noGrp="1"/>
          </p:cNvSpPr>
          <p:nvPr/>
        </p:nvSpPr>
        <p:spPr>
          <a:xfrm>
            <a:off x="1143000" y="4057650"/>
            <a:ext cx="9810750" cy="28575"/>
          </a:xfrm>
          <a:prstGeom prst="rect">
            <a:avLst/>
          </a:prstGeom>
          <a:solidFill>
            <a:srgbClr val="00AD50"/>
          </a:solidFill>
          <a:ln w="0">
            <a:noFill/>
          </a:ln>
        </p:spPr>
        <p:txBody>
          <a:bodyPr/>
          <a:lstStyle/>
          <a:p>
            <a:endParaRPr lang="es-CO" noProof="0" dirty="0"/>
          </a:p>
        </p:txBody>
      </p:sp>
      <p:sp>
        <p:nvSpPr>
          <p:cNvPr id="11" name="Rectángulo 10">
            <a:extLst>
              <a:ext uri="{FF2B5EF4-FFF2-40B4-BE49-F238E27FC236}">
                <a16:creationId xmlns:a16="http://schemas.microsoft.com/office/drawing/2014/main" id="{B0A44D06-0B65-4C0D-8A53-A541BA298654}"/>
              </a:ext>
            </a:extLst>
          </p:cNvPr>
          <p:cNvSpPr>
            <a:spLocks noGrp="1"/>
          </p:cNvSpPr>
          <p:nvPr/>
        </p:nvSpPr>
        <p:spPr>
          <a:xfrm>
            <a:off x="1143000" y="4286250"/>
            <a:ext cx="4191000" cy="400050"/>
          </a:xfrm>
          <a:prstGeom prst="rect">
            <a:avLst/>
          </a:prstGeom>
          <a:noFill/>
          <a:ln w="0">
            <a:noFill/>
          </a:ln>
        </p:spPr>
        <p:txBody>
          <a:bodyPr anchor="ctr">
            <a:noAutofit/>
          </a:bodyPr>
          <a:lstStyle/>
          <a:p>
            <a:pPr>
              <a:buNone/>
              <a:defRPr sz="2100" b="1">
                <a:solidFill>
                  <a:srgbClr val="0A2B4B"/>
                </a:solidFill>
                <a:latin typeface="Gill Sans MT"/>
                <a:ea typeface="Gill Sans MT"/>
                <a:cs typeface="Gill Sans MT"/>
              </a:defRPr>
            </a:pPr>
            <a:r>
              <a:rPr lang="es-CO" sz="2100" b="1" noProof="0" dirty="0">
                <a:solidFill>
                  <a:srgbClr val="0A2B4B"/>
                </a:solidFill>
                <a:latin typeface="Gill Sans MT"/>
                <a:ea typeface="Gill Sans MT"/>
                <a:cs typeface="Gill Sans MT"/>
              </a:rPr>
              <a:t>Objetivo</a:t>
            </a:r>
          </a:p>
        </p:txBody>
      </p:sp>
      <p:sp>
        <p:nvSpPr>
          <p:cNvPr id="12" name="Rectángulo 11">
            <a:extLst>
              <a:ext uri="{FF2B5EF4-FFF2-40B4-BE49-F238E27FC236}">
                <a16:creationId xmlns:a16="http://schemas.microsoft.com/office/drawing/2014/main" id="{8C1D2CCA-104E-481D-8718-1D261343727F}"/>
              </a:ext>
            </a:extLst>
          </p:cNvPr>
          <p:cNvSpPr>
            <a:spLocks noGrp="1"/>
          </p:cNvSpPr>
          <p:nvPr/>
        </p:nvSpPr>
        <p:spPr>
          <a:xfrm>
            <a:off x="1143000" y="4676775"/>
            <a:ext cx="9953625" cy="952500"/>
          </a:xfrm>
          <a:prstGeom prst="rect">
            <a:avLst/>
          </a:prstGeom>
          <a:noFill/>
          <a:ln w="0">
            <a:noFill/>
          </a:ln>
        </p:spPr>
        <p:txBody>
          <a:bodyPr anchor="ctr">
            <a:noAutofit/>
          </a:bodyPr>
          <a:lstStyle/>
          <a:p>
            <a:pPr>
              <a:buNone/>
              <a:defRPr sz="2250" b="0">
                <a:solidFill>
                  <a:srgbClr val="0A2B4B"/>
                </a:solidFill>
                <a:latin typeface="Gill Sans MT"/>
                <a:ea typeface="Gill Sans MT"/>
                <a:cs typeface="Gill Sans MT"/>
              </a:defRPr>
            </a:pPr>
            <a:r>
              <a:rPr lang="es-CO" sz="2250" b="0" noProof="0" dirty="0">
                <a:solidFill>
                  <a:srgbClr val="0A2B4B"/>
                </a:solidFill>
                <a:latin typeface="Gill Sans MT"/>
                <a:ea typeface="Gill Sans MT"/>
                <a:cs typeface="Gill Sans MT"/>
              </a:rPr>
              <a:t>Estimar el PROMEDIO_GLOBAL a nivel de programa</a:t>
            </a:r>
          </a:p>
          <a:p>
            <a:pPr>
              <a:buNone/>
              <a:defRPr sz="2250" b="0">
                <a:solidFill>
                  <a:srgbClr val="0A2B4B"/>
                </a:solidFill>
                <a:latin typeface="Gill Sans MT"/>
                <a:ea typeface="Gill Sans MT"/>
                <a:cs typeface="Gill Sans MT"/>
              </a:defRPr>
            </a:pPr>
            <a:r>
              <a:rPr lang="es-CO" sz="2250" b="0" noProof="0" dirty="0">
                <a:solidFill>
                  <a:srgbClr val="0A2B4B"/>
                </a:solidFill>
                <a:latin typeface="Gill Sans MT"/>
                <a:ea typeface="Gill Sans MT"/>
                <a:cs typeface="Gill Sans MT"/>
              </a:rPr>
              <a:t>con información histórica pública del ICFES.</a:t>
            </a:r>
          </a:p>
        </p:txBody>
      </p:sp>
      <p:sp>
        <p:nvSpPr>
          <p:cNvPr id="13" name="Rectángulo 12">
            <a:extLst>
              <a:ext uri="{FF2B5EF4-FFF2-40B4-BE49-F238E27FC236}">
                <a16:creationId xmlns:a16="http://schemas.microsoft.com/office/drawing/2014/main" id="{3A0B1912-2F55-4D01-80B7-6E66A292546D}"/>
              </a:ext>
            </a:extLst>
          </p:cNvPr>
          <p:cNvSpPr>
            <a:spLocks noGrp="1"/>
          </p:cNvSpPr>
          <p:nvPr/>
        </p:nvSpPr>
        <p:spPr>
          <a:xfrm>
            <a:off x="1143000" y="5596128"/>
            <a:ext cx="9784080" cy="347472"/>
          </a:xfrm>
          <a:prstGeom prst="rect">
            <a:avLst/>
          </a:prstGeom>
          <a:noFill/>
          <a:ln w="0">
            <a:noFill/>
          </a:ln>
        </p:spPr>
        <p:txBody>
          <a:bodyPr anchor="ctr">
            <a:noAutofit/>
          </a:bodyPr>
          <a:lstStyle/>
          <a:p>
            <a:pPr marL="0" indent="0"/>
            <a:r>
              <a:rPr lang="es-CO" sz="1650" b="0">
                <a:solidFill>
                  <a:srgbClr val="0B2D49"/>
                </a:solidFill>
                <a:latin typeface="Gill Sans MT"/>
              </a:rPr>
              <a:t>Datos para la equidad: información pública con lectura territorial.</a:t>
            </a:r>
            <a:endParaRPr lang="es-CO" sz="1650"/>
          </a:p>
        </p:txBody>
      </p:sp>
    </p:spTree>
    <p:extLst>
      <p:ext uri="{BB962C8B-B14F-4D97-AF65-F5344CB8AC3E}">
        <p14:creationId xmlns:p14="http://schemas.microsoft.com/office/powerpoint/2010/main" val="3222866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53480C61-B214-4DBE-AD73-6F16F64B1BA5}"/>
              </a:ext>
            </a:extLst>
          </p:cNvPr>
          <p:cNvSpPr>
            <a:spLocks noGrp="1"/>
          </p:cNvSpPr>
          <p:nvPr/>
        </p:nvSpPr>
        <p:spPr>
          <a:xfrm>
            <a:off x="857250" y="1409700"/>
            <a:ext cx="10620375" cy="619125"/>
          </a:xfrm>
          <a:prstGeom prst="rect">
            <a:avLst/>
          </a:prstGeom>
          <a:solidFill>
            <a:srgbClr val="0A2B4B"/>
          </a:solidFill>
          <a:ln w="0">
            <a:noFill/>
          </a:ln>
        </p:spPr>
        <p:txBody>
          <a:bodyPr/>
          <a:lstStyle/>
          <a:p>
            <a:endParaRPr lang="es-CO" noProof="0" dirty="0"/>
          </a:p>
        </p:txBody>
      </p:sp>
      <p:sp>
        <p:nvSpPr>
          <p:cNvPr id="6" name="Rectángulo 5">
            <a:extLst>
              <a:ext uri="{FF2B5EF4-FFF2-40B4-BE49-F238E27FC236}">
                <a16:creationId xmlns:a16="http://schemas.microsoft.com/office/drawing/2014/main" id="{7D7AD4CE-E69A-436C-B63A-9AC888D6130B}"/>
              </a:ext>
            </a:extLst>
          </p:cNvPr>
          <p:cNvSpPr>
            <a:spLocks noGrp="1"/>
          </p:cNvSpPr>
          <p:nvPr/>
        </p:nvSpPr>
        <p:spPr>
          <a:xfrm>
            <a:off x="1009650" y="1457325"/>
            <a:ext cx="10287000" cy="504825"/>
          </a:xfrm>
          <a:prstGeom prst="rect">
            <a:avLst/>
          </a:prstGeom>
          <a:noFill/>
          <a:ln w="0">
            <a:noFill/>
          </a:ln>
        </p:spPr>
        <p:txBody>
          <a:bodyPr anchor="ctr">
            <a:noAutofit/>
          </a:bodyPr>
          <a:lstStyle/>
          <a:p>
            <a:pPr>
              <a:buNone/>
              <a:defRPr sz="2550" b="1">
                <a:solidFill>
                  <a:srgbClr val="FFFFFF"/>
                </a:solidFill>
                <a:latin typeface="Gill Sans MT"/>
                <a:ea typeface="Gill Sans MT"/>
                <a:cs typeface="Gill Sans MT"/>
              </a:defRPr>
            </a:pPr>
            <a:r>
              <a:rPr lang="es-CO" sz="2550" b="1" noProof="0" dirty="0">
                <a:solidFill>
                  <a:srgbClr val="FFFFFF"/>
                </a:solidFill>
                <a:latin typeface="Gill Sans MT"/>
                <a:ea typeface="Gill Sans MT"/>
                <a:cs typeface="Gill Sans MT"/>
              </a:rPr>
              <a:t>Datos y construcción del panel</a:t>
            </a:r>
          </a:p>
        </p:txBody>
      </p:sp>
      <p:sp>
        <p:nvSpPr>
          <p:cNvPr id="7" name="Rectángulo 6">
            <a:extLst>
              <a:ext uri="{FF2B5EF4-FFF2-40B4-BE49-F238E27FC236}">
                <a16:creationId xmlns:a16="http://schemas.microsoft.com/office/drawing/2014/main" id="{2C689D5E-2237-4997-8003-85ED6F745392}"/>
              </a:ext>
            </a:extLst>
          </p:cNvPr>
          <p:cNvSpPr>
            <a:spLocks noGrp="1"/>
          </p:cNvSpPr>
          <p:nvPr/>
        </p:nvSpPr>
        <p:spPr>
          <a:xfrm>
            <a:off x="857250" y="2133600"/>
            <a:ext cx="10620375" cy="3981450"/>
          </a:xfrm>
          <a:prstGeom prst="rect">
            <a:avLst/>
          </a:prstGeom>
          <a:solidFill>
            <a:srgbClr val="FFFFFF"/>
          </a:solidFill>
          <a:ln w="0">
            <a:noFill/>
          </a:ln>
        </p:spPr>
        <p:txBody>
          <a:bodyPr/>
          <a:lstStyle/>
          <a:p>
            <a:endParaRPr lang="es-CO" noProof="0" dirty="0"/>
          </a:p>
        </p:txBody>
      </p:sp>
      <p:sp>
        <p:nvSpPr>
          <p:cNvPr id="8" name="Rectángulo 7">
            <a:extLst>
              <a:ext uri="{FF2B5EF4-FFF2-40B4-BE49-F238E27FC236}">
                <a16:creationId xmlns:a16="http://schemas.microsoft.com/office/drawing/2014/main" id="{60DEA1A3-1857-4BAC-9510-CFADAF341BF7}"/>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   3/10</a:t>
            </a:r>
          </a:p>
        </p:txBody>
      </p:sp>
      <p:sp>
        <p:nvSpPr>
          <p:cNvPr id="9" name="Rectángulo 8">
            <a:extLst>
              <a:ext uri="{FF2B5EF4-FFF2-40B4-BE49-F238E27FC236}">
                <a16:creationId xmlns:a16="http://schemas.microsoft.com/office/drawing/2014/main" id="{654AE449-CE5C-4AA1-8A2D-A0537680E699}"/>
              </a:ext>
            </a:extLst>
          </p:cNvPr>
          <p:cNvSpPr>
            <a:spLocks noGrp="1"/>
          </p:cNvSpPr>
          <p:nvPr/>
        </p:nvSpPr>
        <p:spPr>
          <a:xfrm>
            <a:off x="1143000" y="2314575"/>
            <a:ext cx="9525000" cy="428625"/>
          </a:xfrm>
          <a:prstGeom prst="rect">
            <a:avLst/>
          </a:prstGeom>
          <a:noFill/>
          <a:ln w="0">
            <a:noFill/>
          </a:ln>
        </p:spPr>
        <p:txBody>
          <a:bodyPr anchor="ctr">
            <a:noAutofit/>
          </a:bodyPr>
          <a:lstStyle/>
          <a:p>
            <a:pPr>
              <a:buNone/>
              <a:defRPr sz="2400" b="1">
                <a:solidFill>
                  <a:srgbClr val="0A2B4B"/>
                </a:solidFill>
                <a:latin typeface="Gill Sans MT"/>
                <a:ea typeface="Gill Sans MT"/>
                <a:cs typeface="Gill Sans MT"/>
              </a:defRPr>
            </a:pPr>
            <a:r>
              <a:rPr lang="es-CO" sz="2400" b="1" noProof="0" dirty="0">
                <a:solidFill>
                  <a:srgbClr val="0A2B4B"/>
                </a:solidFill>
                <a:latin typeface="Gill Sans MT"/>
                <a:ea typeface="Gill Sans MT"/>
                <a:cs typeface="Gill Sans MT"/>
              </a:rPr>
              <a:t>127.716 observaciones procesadas</a:t>
            </a:r>
          </a:p>
        </p:txBody>
      </p:sp>
      <p:graphicFrame>
        <p:nvGraphicFramePr>
          <p:cNvPr id="21" name="Chart"/>
          <p:cNvGraphicFramePr/>
          <p:nvPr/>
        </p:nvGraphicFramePr>
        <p:xfrm>
          <a:off x="1143000" y="2952750"/>
          <a:ext cx="6143625" cy="2714625"/>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ángulo 10">
            <a:extLst>
              <a:ext uri="{FF2B5EF4-FFF2-40B4-BE49-F238E27FC236}">
                <a16:creationId xmlns:a16="http://schemas.microsoft.com/office/drawing/2014/main" id="{9887D914-E4DE-4053-ADFF-2F1395C7B7B3}"/>
              </a:ext>
            </a:extLst>
          </p:cNvPr>
          <p:cNvSpPr>
            <a:spLocks noGrp="1"/>
          </p:cNvSpPr>
          <p:nvPr/>
        </p:nvSpPr>
        <p:spPr>
          <a:xfrm>
            <a:off x="7620000" y="2971800"/>
            <a:ext cx="3476625" cy="619125"/>
          </a:xfrm>
          <a:prstGeom prst="rect">
            <a:avLst/>
          </a:prstGeom>
          <a:noFill/>
          <a:ln w="0">
            <a:noFill/>
          </a:ln>
        </p:spPr>
        <p:txBody>
          <a:bodyPr anchor="ctr">
            <a:noAutofit/>
          </a:bodyPr>
          <a:lstStyle/>
          <a:p>
            <a:pPr>
              <a:defRPr sz="1950" b="1">
                <a:solidFill>
                  <a:srgbClr val="0A2B4B"/>
                </a:solidFill>
                <a:latin typeface="Gill Sans MT"/>
                <a:ea typeface="Gill Sans MT"/>
                <a:cs typeface="Gill Sans MT"/>
              </a:defRPr>
            </a:pPr>
            <a:r>
              <a:rPr lang="es-CO" sz="1950" b="1" noProof="0" dirty="0">
                <a:solidFill>
                  <a:srgbClr val="0A2B4B"/>
                </a:solidFill>
                <a:latin typeface="Gill Sans MT"/>
                <a:ea typeface="Gill Sans MT"/>
                <a:cs typeface="Gill Sans MT"/>
              </a:rPr>
              <a:t>Reportes ICFES 2020–2024</a:t>
            </a:r>
          </a:p>
        </p:txBody>
      </p:sp>
      <p:sp>
        <p:nvSpPr>
          <p:cNvPr id="12" name="Rectángulo 11">
            <a:extLst>
              <a:ext uri="{FF2B5EF4-FFF2-40B4-BE49-F238E27FC236}">
                <a16:creationId xmlns:a16="http://schemas.microsoft.com/office/drawing/2014/main" id="{F74B318B-4473-411A-A165-D21CB5D108CC}"/>
              </a:ext>
            </a:extLst>
          </p:cNvPr>
          <p:cNvSpPr>
            <a:spLocks noGrp="1"/>
          </p:cNvSpPr>
          <p:nvPr/>
        </p:nvSpPr>
        <p:spPr>
          <a:xfrm>
            <a:off x="7620000" y="3686175"/>
            <a:ext cx="3667125" cy="2076450"/>
          </a:xfrm>
          <a:prstGeom prst="rect">
            <a:avLst/>
          </a:prstGeom>
          <a:noFill/>
          <a:ln w="0">
            <a:noFill/>
          </a:ln>
        </p:spPr>
        <p:txBody>
          <a:bodyPr anchor="ctr">
            <a:noAutofit/>
          </a:bodyPr>
          <a:lstStyle/>
          <a:p>
            <a:pPr>
              <a:buNone/>
              <a:defRPr sz="1950" b="0">
                <a:solidFill>
                  <a:srgbClr val="0A2B4B"/>
                </a:solidFill>
                <a:latin typeface="Gill Sans MT"/>
                <a:ea typeface="Gill Sans MT"/>
                <a:cs typeface="Gill Sans MT"/>
              </a:defRPr>
            </a:pPr>
            <a:r>
              <a:rPr lang="es-CO" sz="1950" b="0" noProof="0" dirty="0">
                <a:solidFill>
                  <a:srgbClr val="0A2B4B"/>
                </a:solidFill>
                <a:latin typeface="Gill Sans MT"/>
                <a:ea typeface="Gill Sans MT"/>
                <a:cs typeface="Gill Sans MT"/>
              </a:rPr>
              <a:t>Unidad de análisis</a:t>
            </a:r>
          </a:p>
          <a:p>
            <a:pPr>
              <a:defRPr sz="1950" b="0">
                <a:solidFill>
                  <a:srgbClr val="0A2B4B"/>
                </a:solidFill>
                <a:latin typeface="Gill Sans MT"/>
                <a:ea typeface="Gill Sans MT"/>
                <a:cs typeface="Gill Sans MT"/>
              </a:defRPr>
            </a:pPr>
            <a:r>
              <a:rPr lang="es-CO" sz="1950" b="0" noProof="0" dirty="0">
                <a:solidFill>
                  <a:srgbClr val="0A2B4B"/>
                </a:solidFill>
                <a:latin typeface="Gill Sans MT"/>
                <a:ea typeface="Gill Sans MT"/>
                <a:cs typeface="Gill Sans MT"/>
              </a:rPr>
              <a:t>Institución, programa,</a:t>
            </a:r>
            <a:endParaRPr lang="es-CO" sz="1800" b="0" noProof="0" dirty="0">
              <a:solidFill>
                <a:srgbClr val="0A2B4B"/>
              </a:solidFill>
              <a:latin typeface="Gill Sans MT"/>
              <a:ea typeface="Gill Sans MT"/>
              <a:cs typeface="Gill Sans MT"/>
            </a:endParaRPr>
          </a:p>
          <a:p>
            <a:pPr>
              <a:buNone/>
              <a:defRPr sz="1950" b="0">
                <a:solidFill>
                  <a:srgbClr val="0A2B4B"/>
                </a:solidFill>
                <a:latin typeface="Gill Sans MT"/>
                <a:ea typeface="Gill Sans MT"/>
                <a:cs typeface="Gill Sans MT"/>
              </a:defRPr>
            </a:pPr>
            <a:r>
              <a:rPr lang="es-CO" sz="1950" b="0" noProof="0" dirty="0">
                <a:solidFill>
                  <a:srgbClr val="0A2B4B"/>
                </a:solidFill>
                <a:latin typeface="Gill Sans MT"/>
                <a:ea typeface="Gill Sans MT"/>
                <a:cs typeface="Gill Sans MT"/>
              </a:rPr>
              <a:t>prueba y año</a:t>
            </a:r>
          </a:p>
          <a:p>
            <a:pPr>
              <a:buNone/>
              <a:defRPr sz="1800" b="0">
                <a:solidFill>
                  <a:srgbClr val="0A2B4B"/>
                </a:solidFill>
                <a:latin typeface="Gill Sans MT"/>
                <a:ea typeface="Gill Sans MT"/>
                <a:cs typeface="Gill Sans MT"/>
              </a:defRPr>
            </a:pPr>
            <a:endParaRPr lang="es-CO" sz="1950" b="0" noProof="0" dirty="0">
              <a:solidFill>
                <a:srgbClr val="0A2B4B"/>
              </a:solidFill>
              <a:latin typeface="Gill Sans MT"/>
              <a:ea typeface="Gill Sans MT"/>
              <a:cs typeface="Gill Sans MT"/>
            </a:endParaRPr>
          </a:p>
          <a:p>
            <a:pPr>
              <a:defRPr sz="1950" b="0">
                <a:solidFill>
                  <a:srgbClr val="0A2B4B"/>
                </a:solidFill>
                <a:latin typeface="Gill Sans MT"/>
                <a:ea typeface="Gill Sans MT"/>
                <a:cs typeface="Gill Sans MT"/>
              </a:defRPr>
            </a:pPr>
            <a:r>
              <a:rPr lang="es-CO" sz="1950" b="0" noProof="0" dirty="0">
                <a:solidFill>
                  <a:srgbClr val="0A2B4B"/>
                </a:solidFill>
                <a:latin typeface="Gill Sans MT"/>
                <a:ea typeface="Gill Sans MT"/>
                <a:cs typeface="Gill Sans MT"/>
              </a:rPr>
              <a:t>Historial por entidad</a:t>
            </a:r>
            <a:endParaRPr lang="es-CO" sz="1800" b="0" noProof="0" dirty="0">
              <a:solidFill>
                <a:srgbClr val="0A2B4B"/>
              </a:solidFill>
              <a:latin typeface="Gill Sans MT"/>
              <a:ea typeface="Gill Sans MT"/>
              <a:cs typeface="Gill Sans MT"/>
            </a:endParaRPr>
          </a:p>
        </p:txBody>
      </p:sp>
    </p:spTree>
    <p:extLst>
      <p:ext uri="{BB962C8B-B14F-4D97-AF65-F5344CB8AC3E}">
        <p14:creationId xmlns:p14="http://schemas.microsoft.com/office/powerpoint/2010/main" val="145203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F38329F1-F81F-40C3-9FF3-516179B025ED}"/>
              </a:ext>
            </a:extLst>
          </p:cNvPr>
          <p:cNvSpPr>
            <a:spLocks noGrp="1"/>
          </p:cNvSpPr>
          <p:nvPr/>
        </p:nvSpPr>
        <p:spPr>
          <a:xfrm>
            <a:off x="857250" y="1409700"/>
            <a:ext cx="10620375" cy="619125"/>
          </a:xfrm>
          <a:prstGeom prst="rect">
            <a:avLst/>
          </a:prstGeom>
          <a:solidFill>
            <a:srgbClr val="0A2B4B"/>
          </a:solidFill>
          <a:ln w="0">
            <a:noFill/>
          </a:ln>
        </p:spPr>
        <p:txBody>
          <a:bodyPr/>
          <a:lstStyle/>
          <a:p>
            <a:endParaRPr lang="es-CO" noProof="0" dirty="0"/>
          </a:p>
        </p:txBody>
      </p:sp>
      <p:sp>
        <p:nvSpPr>
          <p:cNvPr id="7" name="Rectángulo 6">
            <a:extLst>
              <a:ext uri="{FF2B5EF4-FFF2-40B4-BE49-F238E27FC236}">
                <a16:creationId xmlns:a16="http://schemas.microsoft.com/office/drawing/2014/main" id="{4D9CDFB5-29A7-451F-99BF-FD5E4B9B444A}"/>
              </a:ext>
            </a:extLst>
          </p:cNvPr>
          <p:cNvSpPr>
            <a:spLocks noGrp="1"/>
          </p:cNvSpPr>
          <p:nvPr/>
        </p:nvSpPr>
        <p:spPr>
          <a:xfrm>
            <a:off x="1009650" y="1457325"/>
            <a:ext cx="10287000" cy="504825"/>
          </a:xfrm>
          <a:prstGeom prst="rect">
            <a:avLst/>
          </a:prstGeom>
          <a:noFill/>
          <a:ln w="0">
            <a:noFill/>
          </a:ln>
        </p:spPr>
        <p:txBody>
          <a:bodyPr anchor="ctr">
            <a:noAutofit/>
          </a:bodyPr>
          <a:lstStyle/>
          <a:p>
            <a:pPr>
              <a:buNone/>
              <a:defRPr sz="2550" b="1">
                <a:solidFill>
                  <a:srgbClr val="FFFFFF"/>
                </a:solidFill>
                <a:latin typeface="Gill Sans MT"/>
                <a:ea typeface="Gill Sans MT"/>
                <a:cs typeface="Gill Sans MT"/>
              </a:defRPr>
            </a:pPr>
            <a:r>
              <a:rPr lang="es-CO" sz="2550" b="1" noProof="0" dirty="0">
                <a:solidFill>
                  <a:srgbClr val="FFFFFF"/>
                </a:solidFill>
                <a:latin typeface="Gill Sans MT"/>
                <a:ea typeface="Gill Sans MT"/>
                <a:cs typeface="Gill Sans MT"/>
              </a:rPr>
              <a:t>Control de fuga y esquema de evaluación</a:t>
            </a:r>
          </a:p>
        </p:txBody>
      </p:sp>
      <p:sp>
        <p:nvSpPr>
          <p:cNvPr id="8" name="Rectángulo 7">
            <a:extLst>
              <a:ext uri="{FF2B5EF4-FFF2-40B4-BE49-F238E27FC236}">
                <a16:creationId xmlns:a16="http://schemas.microsoft.com/office/drawing/2014/main" id="{E315A199-D576-4874-BF1A-49796DD36BEC}"/>
              </a:ext>
            </a:extLst>
          </p:cNvPr>
          <p:cNvSpPr>
            <a:spLocks noGrp="1"/>
          </p:cNvSpPr>
          <p:nvPr/>
        </p:nvSpPr>
        <p:spPr>
          <a:xfrm>
            <a:off x="857250" y="2133600"/>
            <a:ext cx="10620375" cy="3981450"/>
          </a:xfrm>
          <a:prstGeom prst="rect">
            <a:avLst/>
          </a:prstGeom>
          <a:solidFill>
            <a:srgbClr val="FFFFFF"/>
          </a:solidFill>
          <a:ln w="0">
            <a:noFill/>
          </a:ln>
        </p:spPr>
        <p:txBody>
          <a:bodyPr/>
          <a:lstStyle/>
          <a:p>
            <a:endParaRPr lang="es-CO" noProof="0" dirty="0"/>
          </a:p>
        </p:txBody>
      </p:sp>
      <p:sp>
        <p:nvSpPr>
          <p:cNvPr id="9" name="Rectángulo 8">
            <a:extLst>
              <a:ext uri="{FF2B5EF4-FFF2-40B4-BE49-F238E27FC236}">
                <a16:creationId xmlns:a16="http://schemas.microsoft.com/office/drawing/2014/main" id="{AA41219A-0E4D-4113-9341-AE53D6E4B80F}"/>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   4/10</a:t>
            </a:r>
          </a:p>
        </p:txBody>
      </p:sp>
      <p:sp>
        <p:nvSpPr>
          <p:cNvPr id="10" name="Rectángulo 9">
            <a:extLst>
              <a:ext uri="{FF2B5EF4-FFF2-40B4-BE49-F238E27FC236}">
                <a16:creationId xmlns:a16="http://schemas.microsoft.com/office/drawing/2014/main" id="{D0739BBA-CD24-4877-A5DD-3028FC620252}"/>
              </a:ext>
            </a:extLst>
          </p:cNvPr>
          <p:cNvSpPr>
            <a:spLocks noGrp="1"/>
          </p:cNvSpPr>
          <p:nvPr/>
        </p:nvSpPr>
        <p:spPr>
          <a:xfrm>
            <a:off x="1190625" y="2428875"/>
            <a:ext cx="6191250" cy="866775"/>
          </a:xfrm>
          <a:prstGeom prst="rect">
            <a:avLst/>
          </a:prstGeom>
          <a:solidFill>
            <a:srgbClr val="0A2B4B"/>
          </a:solidFill>
          <a:ln w="0">
            <a:noFill/>
          </a:ln>
        </p:spPr>
        <p:txBody>
          <a:bodyPr/>
          <a:lstStyle/>
          <a:p>
            <a:endParaRPr lang="es-CO" noProof="0" dirty="0"/>
          </a:p>
        </p:txBody>
      </p:sp>
      <p:sp>
        <p:nvSpPr>
          <p:cNvPr id="11" name="Rectángulo 10">
            <a:extLst>
              <a:ext uri="{FF2B5EF4-FFF2-40B4-BE49-F238E27FC236}">
                <a16:creationId xmlns:a16="http://schemas.microsoft.com/office/drawing/2014/main" id="{50DC2854-02FC-47CC-9531-7177A23AF852}"/>
              </a:ext>
            </a:extLst>
          </p:cNvPr>
          <p:cNvSpPr>
            <a:spLocks noGrp="1"/>
          </p:cNvSpPr>
          <p:nvPr/>
        </p:nvSpPr>
        <p:spPr>
          <a:xfrm>
            <a:off x="7543800" y="2428875"/>
            <a:ext cx="3467100" cy="866775"/>
          </a:xfrm>
          <a:prstGeom prst="rect">
            <a:avLst/>
          </a:prstGeom>
          <a:solidFill>
            <a:srgbClr val="00AD50"/>
          </a:solidFill>
          <a:ln w="0">
            <a:noFill/>
          </a:ln>
        </p:spPr>
        <p:txBody>
          <a:bodyPr/>
          <a:lstStyle/>
          <a:p>
            <a:endParaRPr lang="es-CO" noProof="0" dirty="0"/>
          </a:p>
        </p:txBody>
      </p:sp>
      <p:sp>
        <p:nvSpPr>
          <p:cNvPr id="12" name="Rectángulo 11">
            <a:extLst>
              <a:ext uri="{FF2B5EF4-FFF2-40B4-BE49-F238E27FC236}">
                <a16:creationId xmlns:a16="http://schemas.microsoft.com/office/drawing/2014/main" id="{57CA0E90-4100-44F0-977F-7F600DAB46A9}"/>
              </a:ext>
            </a:extLst>
          </p:cNvPr>
          <p:cNvSpPr>
            <a:spLocks noGrp="1"/>
          </p:cNvSpPr>
          <p:nvPr/>
        </p:nvSpPr>
        <p:spPr>
          <a:xfrm>
            <a:off x="1362075" y="2514600"/>
            <a:ext cx="5791200" cy="685800"/>
          </a:xfrm>
          <a:prstGeom prst="rect">
            <a:avLst/>
          </a:prstGeom>
          <a:noFill/>
          <a:ln w="0">
            <a:noFill/>
          </a:ln>
        </p:spPr>
        <p:txBody>
          <a:bodyPr anchor="ctr">
            <a:noAutofit/>
          </a:bodyPr>
          <a:lstStyle/>
          <a:p>
            <a:pPr>
              <a:defRPr sz="2025" b="1">
                <a:solidFill>
                  <a:srgbClr val="FFFFFF"/>
                </a:solidFill>
                <a:latin typeface="Gill Sans MT"/>
                <a:ea typeface="Gill Sans MT"/>
                <a:cs typeface="Gill Sans MT"/>
              </a:defRPr>
            </a:pPr>
            <a:r>
              <a:rPr lang="es-CO" sz="2025" b="1" noProof="0" dirty="0">
                <a:solidFill>
                  <a:srgbClr val="FFFFFF"/>
                </a:solidFill>
                <a:latin typeface="Gill Sans MT"/>
                <a:ea typeface="Gill Sans MT"/>
                <a:cs typeface="Gill Sans MT"/>
              </a:rPr>
              <a:t>Entrenamiento 2020–2023</a:t>
            </a:r>
          </a:p>
          <a:p>
            <a:pPr>
              <a:defRPr sz="2025" b="1">
                <a:solidFill>
                  <a:srgbClr val="FFFFFF"/>
                </a:solidFill>
                <a:latin typeface="Gill Sans MT"/>
                <a:ea typeface="Gill Sans MT"/>
                <a:cs typeface="Gill Sans MT"/>
              </a:defRPr>
            </a:pPr>
            <a:r>
              <a:rPr lang="es-CO" sz="2025" b="1" noProof="0" dirty="0">
                <a:solidFill>
                  <a:srgbClr val="FFFFFF"/>
                </a:solidFill>
                <a:latin typeface="Gill Sans MT"/>
                <a:ea typeface="Gill Sans MT"/>
                <a:cs typeface="Gill Sans MT"/>
              </a:rPr>
              <a:t>98.954 filas</a:t>
            </a:r>
          </a:p>
        </p:txBody>
      </p:sp>
      <p:sp>
        <p:nvSpPr>
          <p:cNvPr id="13" name="Rectángulo 12">
            <a:extLst>
              <a:ext uri="{FF2B5EF4-FFF2-40B4-BE49-F238E27FC236}">
                <a16:creationId xmlns:a16="http://schemas.microsoft.com/office/drawing/2014/main" id="{8AC92D51-7662-4D93-8EA7-A5063BD222BB}"/>
              </a:ext>
            </a:extLst>
          </p:cNvPr>
          <p:cNvSpPr>
            <a:spLocks noGrp="1"/>
          </p:cNvSpPr>
          <p:nvPr/>
        </p:nvSpPr>
        <p:spPr>
          <a:xfrm>
            <a:off x="7715250" y="2514600"/>
            <a:ext cx="3143250" cy="685800"/>
          </a:xfrm>
          <a:prstGeom prst="rect">
            <a:avLst/>
          </a:prstGeom>
          <a:noFill/>
          <a:ln w="0">
            <a:noFill/>
          </a:ln>
        </p:spPr>
        <p:txBody>
          <a:bodyPr anchor="ctr">
            <a:noAutofit/>
          </a:bodyPr>
          <a:lstStyle/>
          <a:p>
            <a:pPr>
              <a:buNone/>
              <a:defRPr sz="2100" b="1">
                <a:solidFill>
                  <a:srgbClr val="FFFFFF"/>
                </a:solidFill>
                <a:latin typeface="Gill Sans MT"/>
                <a:ea typeface="Gill Sans MT"/>
                <a:cs typeface="Gill Sans MT"/>
              </a:defRPr>
            </a:pPr>
            <a:r>
              <a:rPr lang="es-CO" sz="2100" b="1" noProof="0" dirty="0">
                <a:solidFill>
                  <a:srgbClr val="FFFFFF"/>
                </a:solidFill>
                <a:latin typeface="Gill Sans MT"/>
                <a:ea typeface="Gill Sans MT"/>
                <a:cs typeface="Gill Sans MT"/>
              </a:rPr>
              <a:t>Test externo 2024</a:t>
            </a:r>
          </a:p>
          <a:p>
            <a:pPr>
              <a:buNone/>
              <a:defRPr sz="2100" b="1">
                <a:solidFill>
                  <a:srgbClr val="FFFFFF"/>
                </a:solidFill>
                <a:latin typeface="Gill Sans MT"/>
                <a:ea typeface="Gill Sans MT"/>
                <a:cs typeface="Gill Sans MT"/>
              </a:defRPr>
            </a:pPr>
            <a:r>
              <a:rPr lang="es-CO" sz="2100" b="1" noProof="0" dirty="0">
                <a:solidFill>
                  <a:srgbClr val="FFFFFF"/>
                </a:solidFill>
                <a:latin typeface="Gill Sans MT"/>
                <a:ea typeface="Gill Sans MT"/>
                <a:cs typeface="Gill Sans MT"/>
              </a:rPr>
              <a:t>28.762 filas</a:t>
            </a:r>
          </a:p>
        </p:txBody>
      </p:sp>
      <p:sp>
        <p:nvSpPr>
          <p:cNvPr id="14" name="Rectángulo 13">
            <a:extLst>
              <a:ext uri="{FF2B5EF4-FFF2-40B4-BE49-F238E27FC236}">
                <a16:creationId xmlns:a16="http://schemas.microsoft.com/office/drawing/2014/main" id="{C0A77FC0-FA23-497F-B234-0AC34006F948}"/>
              </a:ext>
            </a:extLst>
          </p:cNvPr>
          <p:cNvSpPr>
            <a:spLocks noGrp="1"/>
          </p:cNvSpPr>
          <p:nvPr/>
        </p:nvSpPr>
        <p:spPr>
          <a:xfrm>
            <a:off x="1190625" y="3743325"/>
            <a:ext cx="9906000" cy="619125"/>
          </a:xfrm>
          <a:prstGeom prst="rect">
            <a:avLst/>
          </a:prstGeom>
          <a:noFill/>
          <a:ln w="0">
            <a:noFill/>
          </a:ln>
        </p:spPr>
        <p:txBody>
          <a:bodyPr anchor="ctr">
            <a:noAutofit/>
          </a:bodyPr>
          <a:lstStyle/>
          <a:p>
            <a:pPr>
              <a:buNone/>
              <a:defRPr sz="2100" b="0">
                <a:solidFill>
                  <a:srgbClr val="0A2B4B"/>
                </a:solidFill>
                <a:latin typeface="Gill Sans MT"/>
                <a:ea typeface="Gill Sans MT"/>
                <a:cs typeface="Gill Sans MT"/>
              </a:defRPr>
            </a:pPr>
            <a:r>
              <a:rPr lang="es-CO" sz="2100" b="0" noProof="0" dirty="0">
                <a:solidFill>
                  <a:srgbClr val="0A2B4B"/>
                </a:solidFill>
                <a:latin typeface="Gill Sans MT"/>
                <a:ea typeface="Gill Sans MT"/>
                <a:cs typeface="Gill Sans MT"/>
              </a:rPr>
              <a:t>Exclusión de puntajes y niveles de desempeño del mismo ciclo</a:t>
            </a:r>
          </a:p>
        </p:txBody>
      </p:sp>
      <p:sp>
        <p:nvSpPr>
          <p:cNvPr id="15" name="Rectángulo 14">
            <a:extLst>
              <a:ext uri="{FF2B5EF4-FFF2-40B4-BE49-F238E27FC236}">
                <a16:creationId xmlns:a16="http://schemas.microsoft.com/office/drawing/2014/main" id="{843CE248-3C5F-411E-8172-34203ED0DE3F}"/>
              </a:ext>
            </a:extLst>
          </p:cNvPr>
          <p:cNvSpPr>
            <a:spLocks noGrp="1"/>
          </p:cNvSpPr>
          <p:nvPr/>
        </p:nvSpPr>
        <p:spPr>
          <a:xfrm>
            <a:off x="1190625" y="4714875"/>
            <a:ext cx="9906000" cy="666750"/>
          </a:xfrm>
          <a:prstGeom prst="rect">
            <a:avLst/>
          </a:prstGeom>
          <a:noFill/>
          <a:ln w="0">
            <a:noFill/>
          </a:ln>
        </p:spPr>
        <p:txBody>
          <a:bodyPr anchor="ctr">
            <a:noAutofit/>
          </a:bodyPr>
          <a:lstStyle/>
          <a:p>
            <a:pPr>
              <a:buNone/>
              <a:defRPr sz="2100" b="0">
                <a:solidFill>
                  <a:srgbClr val="0A2B4B"/>
                </a:solidFill>
                <a:latin typeface="Gill Sans MT"/>
                <a:ea typeface="Gill Sans MT"/>
                <a:cs typeface="Gill Sans MT"/>
              </a:defRPr>
            </a:pPr>
            <a:r>
              <a:rPr lang="es-CO" sz="2100" b="0" noProof="0" dirty="0">
                <a:solidFill>
                  <a:srgbClr val="0A2B4B"/>
                </a:solidFill>
                <a:latin typeface="Gill Sans MT"/>
                <a:ea typeface="Gill Sans MT"/>
                <a:cs typeface="Gill Sans MT"/>
              </a:rPr>
              <a:t>Rezagos construidos con las observaciones anteriores disponibles</a:t>
            </a:r>
          </a:p>
        </p:txBody>
      </p:sp>
      <p:sp>
        <p:nvSpPr>
          <p:cNvPr id="16" name="Rectángulo 15">
            <a:extLst>
              <a:ext uri="{FF2B5EF4-FFF2-40B4-BE49-F238E27FC236}">
                <a16:creationId xmlns:a16="http://schemas.microsoft.com/office/drawing/2014/main" id="{0AEB2D2F-FA47-41FF-B87B-E817789F8669}"/>
              </a:ext>
            </a:extLst>
          </p:cNvPr>
          <p:cNvSpPr>
            <a:spLocks noGrp="1"/>
          </p:cNvSpPr>
          <p:nvPr/>
        </p:nvSpPr>
        <p:spPr>
          <a:xfrm>
            <a:off x="1190625" y="4724400"/>
            <a:ext cx="9810750" cy="476250"/>
          </a:xfrm>
          <a:prstGeom prst="rect">
            <a:avLst/>
          </a:prstGeom>
          <a:noFill/>
          <a:ln w="0">
            <a:noFill/>
          </a:ln>
        </p:spPr>
        <p:txBody>
          <a:bodyPr anchor="ctr">
            <a:noAutofit/>
          </a:bodyPr>
          <a:lstStyle/>
          <a:p>
            <a:pPr>
              <a:buNone/>
              <a:defRPr sz="2025" b="0">
                <a:solidFill>
                  <a:srgbClr val="0A2B4B"/>
                </a:solidFill>
                <a:latin typeface="Gill Sans MT"/>
                <a:ea typeface="Gill Sans MT"/>
                <a:cs typeface="Gill Sans MT"/>
              </a:defRPr>
            </a:pPr>
            <a:endParaRPr lang="es-CO" noProof="0" dirty="0"/>
          </a:p>
        </p:txBody>
      </p:sp>
      <p:sp>
        <p:nvSpPr>
          <p:cNvPr id="17" name="Rectángulo 16">
            <a:extLst>
              <a:ext uri="{FF2B5EF4-FFF2-40B4-BE49-F238E27FC236}">
                <a16:creationId xmlns:a16="http://schemas.microsoft.com/office/drawing/2014/main" id="{2F37695D-6CBC-47DD-97C3-9FB5EE310B3B}"/>
              </a:ext>
            </a:extLst>
          </p:cNvPr>
          <p:cNvSpPr>
            <a:spLocks noGrp="1"/>
          </p:cNvSpPr>
          <p:nvPr/>
        </p:nvSpPr>
        <p:spPr>
          <a:xfrm>
            <a:off x="1190625" y="5534025"/>
            <a:ext cx="9810750" cy="361950"/>
          </a:xfrm>
          <a:prstGeom prst="rect">
            <a:avLst/>
          </a:prstGeom>
          <a:noFill/>
          <a:ln w="0">
            <a:noFill/>
          </a:ln>
        </p:spPr>
        <p:txBody>
          <a:bodyPr anchor="ctr">
            <a:noAutofit/>
          </a:bodyPr>
          <a:lstStyle/>
          <a:p>
            <a:pPr>
              <a:buNone/>
              <a:defRPr sz="1725" b="1">
                <a:solidFill>
                  <a:srgbClr val="95401C"/>
                </a:solidFill>
                <a:latin typeface="Gill Sans MT"/>
                <a:ea typeface="Gill Sans MT"/>
                <a:cs typeface="Gill Sans MT"/>
              </a:defRPr>
            </a:pPr>
            <a:endParaRPr lang="es-CO" noProof="0" dirty="0"/>
          </a:p>
        </p:txBody>
      </p:sp>
    </p:spTree>
    <p:extLst>
      <p:ext uri="{BB962C8B-B14F-4D97-AF65-F5344CB8AC3E}">
        <p14:creationId xmlns:p14="http://schemas.microsoft.com/office/powerpoint/2010/main" val="2504203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a:extLst>
              <a:ext uri="{FF2B5EF4-FFF2-40B4-BE49-F238E27FC236}">
                <a16:creationId xmlns:a16="http://schemas.microsoft.com/office/drawing/2014/main" id="{C279ED32-5635-4F22-B765-2E25E3DBE168}"/>
              </a:ext>
            </a:extLst>
          </p:cNvPr>
          <p:cNvSpPr>
            <a:spLocks noGrp="1"/>
          </p:cNvSpPr>
          <p:nvPr/>
        </p:nvSpPr>
        <p:spPr>
          <a:xfrm>
            <a:off x="857250" y="1409700"/>
            <a:ext cx="10620375" cy="619125"/>
          </a:xfrm>
          <a:prstGeom prst="rect">
            <a:avLst/>
          </a:prstGeom>
          <a:solidFill>
            <a:srgbClr val="0A2B4B"/>
          </a:solidFill>
          <a:ln w="0">
            <a:noFill/>
          </a:ln>
        </p:spPr>
        <p:txBody>
          <a:bodyPr/>
          <a:lstStyle/>
          <a:p>
            <a:endParaRPr lang="es-CO" noProof="0" dirty="0"/>
          </a:p>
        </p:txBody>
      </p:sp>
      <p:sp>
        <p:nvSpPr>
          <p:cNvPr id="2" name="Rectángulo 1">
            <a:extLst>
              <a:ext uri="{FF2B5EF4-FFF2-40B4-BE49-F238E27FC236}">
                <a16:creationId xmlns:a16="http://schemas.microsoft.com/office/drawing/2014/main" id="{B4DECF7F-F9D0-4B07-B4DA-8BA27C150CE7}"/>
              </a:ext>
            </a:extLst>
          </p:cNvPr>
          <p:cNvSpPr>
            <a:spLocks noGrp="1"/>
          </p:cNvSpPr>
          <p:nvPr/>
        </p:nvSpPr>
        <p:spPr>
          <a:xfrm>
            <a:off x="1009650" y="1457325"/>
            <a:ext cx="10287000" cy="504825"/>
          </a:xfrm>
          <a:prstGeom prst="rect">
            <a:avLst/>
          </a:prstGeom>
          <a:noFill/>
          <a:ln w="0">
            <a:noFill/>
          </a:ln>
        </p:spPr>
        <p:txBody>
          <a:bodyPr anchor="ctr">
            <a:noAutofit/>
          </a:bodyPr>
          <a:lstStyle/>
          <a:p>
            <a:pPr>
              <a:defRPr sz="2550" b="1">
                <a:solidFill>
                  <a:srgbClr val="FFFFFF"/>
                </a:solidFill>
                <a:latin typeface="Gill Sans MT"/>
                <a:ea typeface="Gill Sans MT"/>
                <a:cs typeface="Gill Sans MT"/>
              </a:defRPr>
            </a:pPr>
            <a:r>
              <a:rPr lang="es-CO" sz="2550" b="1" noProof="0" dirty="0">
                <a:solidFill>
                  <a:srgbClr val="FFFFFF"/>
                </a:solidFill>
                <a:latin typeface="Gill Sans MT"/>
                <a:ea typeface="Gill Sans MT"/>
                <a:cs typeface="Gill Sans MT"/>
              </a:rPr>
              <a:t>Modelos evaluados</a:t>
            </a:r>
          </a:p>
        </p:txBody>
      </p:sp>
      <p:sp>
        <p:nvSpPr>
          <p:cNvPr id="3" name="Rectángulo 2">
            <a:extLst>
              <a:ext uri="{FF2B5EF4-FFF2-40B4-BE49-F238E27FC236}">
                <a16:creationId xmlns:a16="http://schemas.microsoft.com/office/drawing/2014/main" id="{4A2D25F8-0B08-4A66-9FE5-4B255CDCAFA6}"/>
              </a:ext>
            </a:extLst>
          </p:cNvPr>
          <p:cNvSpPr>
            <a:spLocks noGrp="1"/>
          </p:cNvSpPr>
          <p:nvPr/>
        </p:nvSpPr>
        <p:spPr>
          <a:xfrm>
            <a:off x="857250" y="2133600"/>
            <a:ext cx="10620375" cy="3981450"/>
          </a:xfrm>
          <a:prstGeom prst="rect">
            <a:avLst/>
          </a:prstGeom>
          <a:solidFill>
            <a:srgbClr val="FFFFFF"/>
          </a:solidFill>
          <a:ln w="0">
            <a:noFill/>
          </a:ln>
        </p:spPr>
        <p:txBody>
          <a:bodyPr/>
          <a:lstStyle/>
          <a:p>
            <a:endParaRPr lang="es-CO" noProof="0" dirty="0"/>
          </a:p>
        </p:txBody>
      </p:sp>
      <p:sp>
        <p:nvSpPr>
          <p:cNvPr id="4" name="Rectángulo 3">
            <a:extLst>
              <a:ext uri="{FF2B5EF4-FFF2-40B4-BE49-F238E27FC236}">
                <a16:creationId xmlns:a16="http://schemas.microsoft.com/office/drawing/2014/main" id="{92996E57-C9B2-4B37-8033-08A18106770E}"/>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   5/10</a:t>
            </a:r>
          </a:p>
        </p:txBody>
      </p:sp>
      <p:sp>
        <p:nvSpPr>
          <p:cNvPr id="5" name="Rectángulo 4">
            <a:extLst>
              <a:ext uri="{FF2B5EF4-FFF2-40B4-BE49-F238E27FC236}">
                <a16:creationId xmlns:a16="http://schemas.microsoft.com/office/drawing/2014/main" id="{67CE7CC7-5C2E-4F95-B6FD-5CF65FFA4A40}"/>
              </a:ext>
            </a:extLst>
          </p:cNvPr>
          <p:cNvSpPr>
            <a:spLocks noGrp="1"/>
          </p:cNvSpPr>
          <p:nvPr/>
        </p:nvSpPr>
        <p:spPr>
          <a:xfrm>
            <a:off x="1171575" y="2381250"/>
            <a:ext cx="9715500" cy="400050"/>
          </a:xfrm>
          <a:prstGeom prst="rect">
            <a:avLst/>
          </a:prstGeom>
          <a:noFill/>
          <a:ln w="0">
            <a:noFill/>
          </a:ln>
        </p:spPr>
        <p:txBody>
          <a:bodyPr anchor="ctr">
            <a:noAutofit/>
          </a:bodyPr>
          <a:lstStyle/>
          <a:p>
            <a:pPr>
              <a:defRPr sz="2175" b="1">
                <a:solidFill>
                  <a:srgbClr val="0A2B4B"/>
                </a:solidFill>
                <a:latin typeface="Gill Sans MT"/>
                <a:ea typeface="Gill Sans MT"/>
                <a:cs typeface="Gill Sans MT"/>
              </a:defRPr>
            </a:pPr>
            <a:r>
              <a:rPr lang="es-CO" sz="2175" b="1" noProof="0" dirty="0">
                <a:solidFill>
                  <a:srgbClr val="0A2B4B"/>
                </a:solidFill>
                <a:latin typeface="Gill Sans MT"/>
                <a:ea typeface="Gill Sans MT"/>
                <a:cs typeface="Gill Sans MT"/>
              </a:rPr>
              <a:t>Ridge y Lasso</a:t>
            </a:r>
          </a:p>
        </p:txBody>
      </p:sp>
      <p:sp>
        <p:nvSpPr>
          <p:cNvPr id="6" name="Rectángulo 5">
            <a:extLst>
              <a:ext uri="{FF2B5EF4-FFF2-40B4-BE49-F238E27FC236}">
                <a16:creationId xmlns:a16="http://schemas.microsoft.com/office/drawing/2014/main" id="{FEB4D759-4007-47C6-8AA3-EDD60B5B11DA}"/>
              </a:ext>
            </a:extLst>
          </p:cNvPr>
          <p:cNvSpPr>
            <a:spLocks noGrp="1"/>
          </p:cNvSpPr>
          <p:nvPr/>
        </p:nvSpPr>
        <p:spPr>
          <a:xfrm>
            <a:off x="1171575" y="2800350"/>
            <a:ext cx="9715500" cy="361950"/>
          </a:xfrm>
          <a:prstGeom prst="rect">
            <a:avLst/>
          </a:prstGeom>
          <a:noFill/>
          <a:ln w="0">
            <a:noFill/>
          </a:ln>
        </p:spPr>
        <p:txBody>
          <a:bodyPr anchor="ctr">
            <a:noAutofit/>
          </a:bodyPr>
          <a:lstStyle/>
          <a:p>
            <a:pPr>
              <a:buNone/>
              <a:defRPr sz="1875" b="0">
                <a:solidFill>
                  <a:srgbClr val="0A2B4B"/>
                </a:solidFill>
                <a:latin typeface="Gill Sans MT"/>
                <a:ea typeface="Gill Sans MT"/>
                <a:cs typeface="Gill Sans MT"/>
              </a:defRPr>
            </a:pPr>
            <a:r>
              <a:rPr lang="es-CO" sz="1875" b="0" noProof="0" dirty="0">
                <a:solidFill>
                  <a:srgbClr val="0A2B4B"/>
                </a:solidFill>
                <a:latin typeface="Gill Sans MT"/>
                <a:ea typeface="Gill Sans MT"/>
                <a:cs typeface="Gill Sans MT"/>
              </a:rPr>
              <a:t>Regresión lineal con penalización L2 (Ridge) y L1 (Lasso)</a:t>
            </a:r>
          </a:p>
        </p:txBody>
      </p:sp>
      <p:sp>
        <p:nvSpPr>
          <p:cNvPr id="7" name="Rectángulo 6">
            <a:extLst>
              <a:ext uri="{FF2B5EF4-FFF2-40B4-BE49-F238E27FC236}">
                <a16:creationId xmlns:a16="http://schemas.microsoft.com/office/drawing/2014/main" id="{07A9DF6A-5867-4EC6-BFEB-69D7E292ECC5}"/>
              </a:ext>
            </a:extLst>
          </p:cNvPr>
          <p:cNvSpPr>
            <a:spLocks noGrp="1"/>
          </p:cNvSpPr>
          <p:nvPr/>
        </p:nvSpPr>
        <p:spPr>
          <a:xfrm>
            <a:off x="1171575" y="3362325"/>
            <a:ext cx="9715500" cy="400050"/>
          </a:xfrm>
          <a:prstGeom prst="rect">
            <a:avLst/>
          </a:prstGeom>
          <a:noFill/>
          <a:ln w="0">
            <a:noFill/>
          </a:ln>
        </p:spPr>
        <p:txBody>
          <a:bodyPr anchor="ctr">
            <a:noAutofit/>
          </a:bodyPr>
          <a:lstStyle/>
          <a:p>
            <a:pPr>
              <a:defRPr sz="2175" b="1">
                <a:solidFill>
                  <a:srgbClr val="0A2B4B"/>
                </a:solidFill>
                <a:latin typeface="Gill Sans MT"/>
                <a:ea typeface="Gill Sans MT"/>
                <a:cs typeface="Gill Sans MT"/>
              </a:defRPr>
            </a:pPr>
            <a:r>
              <a:rPr lang="es-CO" sz="2175" b="1" noProof="0" dirty="0" err="1">
                <a:solidFill>
                  <a:srgbClr val="0A2B4B"/>
                </a:solidFill>
                <a:latin typeface="Gill Sans MT"/>
                <a:ea typeface="Gill Sans MT"/>
                <a:cs typeface="Gill Sans MT"/>
              </a:rPr>
              <a:t>LightGBM</a:t>
            </a:r>
            <a:endParaRPr lang="es-CO" sz="2175" b="1" noProof="0" dirty="0">
              <a:solidFill>
                <a:srgbClr val="0A2B4B"/>
              </a:solidFill>
              <a:latin typeface="Gill Sans MT"/>
              <a:ea typeface="Gill Sans MT"/>
              <a:cs typeface="Gill Sans MT"/>
            </a:endParaRPr>
          </a:p>
        </p:txBody>
      </p:sp>
      <p:sp>
        <p:nvSpPr>
          <p:cNvPr id="8" name="Rectángulo 7">
            <a:extLst>
              <a:ext uri="{FF2B5EF4-FFF2-40B4-BE49-F238E27FC236}">
                <a16:creationId xmlns:a16="http://schemas.microsoft.com/office/drawing/2014/main" id="{47EEA5DE-2327-4D6A-97B0-8EC7C6AADB58}"/>
              </a:ext>
            </a:extLst>
          </p:cNvPr>
          <p:cNvSpPr>
            <a:spLocks noGrp="1"/>
          </p:cNvSpPr>
          <p:nvPr/>
        </p:nvSpPr>
        <p:spPr>
          <a:xfrm>
            <a:off x="1171575" y="3781425"/>
            <a:ext cx="9715500" cy="361950"/>
          </a:xfrm>
          <a:prstGeom prst="rect">
            <a:avLst/>
          </a:prstGeom>
          <a:noFill/>
          <a:ln w="0">
            <a:noFill/>
          </a:ln>
        </p:spPr>
        <p:txBody>
          <a:bodyPr anchor="ctr">
            <a:noAutofit/>
          </a:bodyPr>
          <a:lstStyle/>
          <a:p>
            <a:pPr>
              <a:buNone/>
              <a:defRPr sz="1875" b="0">
                <a:solidFill>
                  <a:srgbClr val="0A2B4B"/>
                </a:solidFill>
                <a:latin typeface="Gill Sans MT"/>
                <a:ea typeface="Gill Sans MT"/>
                <a:cs typeface="Gill Sans MT"/>
              </a:defRPr>
            </a:pPr>
            <a:r>
              <a:rPr lang="es-CO" sz="1875" b="0" noProof="0" dirty="0" err="1">
                <a:solidFill>
                  <a:srgbClr val="0A2B4B"/>
                </a:solidFill>
                <a:latin typeface="Gill Sans MT"/>
                <a:ea typeface="Gill Sans MT"/>
                <a:cs typeface="Gill Sans MT"/>
              </a:rPr>
              <a:t>Boosting</a:t>
            </a:r>
            <a:r>
              <a:rPr lang="es-CO" sz="1875" b="0" noProof="0" dirty="0">
                <a:solidFill>
                  <a:srgbClr val="0A2B4B"/>
                </a:solidFill>
                <a:latin typeface="Gill Sans MT"/>
                <a:ea typeface="Gill Sans MT"/>
                <a:cs typeface="Gill Sans MT"/>
              </a:rPr>
              <a:t> de árboles. Búsqueda con 50 </a:t>
            </a:r>
            <a:r>
              <a:rPr lang="es-CO" sz="1875" b="0" noProof="0" dirty="0" err="1">
                <a:solidFill>
                  <a:srgbClr val="0A2B4B"/>
                </a:solidFill>
                <a:latin typeface="Gill Sans MT"/>
                <a:ea typeface="Gill Sans MT"/>
                <a:cs typeface="Gill Sans MT"/>
              </a:rPr>
              <a:t>trials</a:t>
            </a:r>
            <a:r>
              <a:rPr lang="es-CO" sz="1875" b="0" noProof="0" dirty="0">
                <a:solidFill>
                  <a:srgbClr val="0A2B4B"/>
                </a:solidFill>
                <a:latin typeface="Gill Sans MT"/>
                <a:ea typeface="Gill Sans MT"/>
                <a:cs typeface="Gill Sans MT"/>
              </a:rPr>
              <a:t> de </a:t>
            </a:r>
            <a:r>
              <a:rPr lang="es-CO" sz="1875" b="0" noProof="0" dirty="0" err="1">
                <a:solidFill>
                  <a:srgbClr val="0A2B4B"/>
                </a:solidFill>
                <a:latin typeface="Gill Sans MT"/>
                <a:ea typeface="Gill Sans MT"/>
                <a:cs typeface="Gill Sans MT"/>
              </a:rPr>
              <a:t>Optuna</a:t>
            </a:r>
            <a:endParaRPr lang="es-CO" sz="1875" b="0" noProof="0" dirty="0">
              <a:solidFill>
                <a:srgbClr val="0A2B4B"/>
              </a:solidFill>
              <a:latin typeface="Gill Sans MT"/>
              <a:ea typeface="Gill Sans MT"/>
              <a:cs typeface="Gill Sans MT"/>
            </a:endParaRPr>
          </a:p>
        </p:txBody>
      </p:sp>
      <p:sp>
        <p:nvSpPr>
          <p:cNvPr id="9" name="Rectángulo 8">
            <a:extLst>
              <a:ext uri="{FF2B5EF4-FFF2-40B4-BE49-F238E27FC236}">
                <a16:creationId xmlns:a16="http://schemas.microsoft.com/office/drawing/2014/main" id="{55A4A57D-D5AE-46C3-80C1-0F03810674F9}"/>
              </a:ext>
            </a:extLst>
          </p:cNvPr>
          <p:cNvSpPr>
            <a:spLocks noGrp="1"/>
          </p:cNvSpPr>
          <p:nvPr/>
        </p:nvSpPr>
        <p:spPr>
          <a:xfrm>
            <a:off x="1171575" y="4343400"/>
            <a:ext cx="9715500" cy="400050"/>
          </a:xfrm>
          <a:prstGeom prst="rect">
            <a:avLst/>
          </a:prstGeom>
          <a:noFill/>
          <a:ln w="0">
            <a:noFill/>
          </a:ln>
        </p:spPr>
        <p:txBody>
          <a:bodyPr anchor="ctr">
            <a:noAutofit/>
          </a:bodyPr>
          <a:lstStyle/>
          <a:p>
            <a:pPr>
              <a:defRPr sz="2175" b="1">
                <a:solidFill>
                  <a:srgbClr val="0A2B4B"/>
                </a:solidFill>
                <a:latin typeface="Gill Sans MT"/>
                <a:ea typeface="Gill Sans MT"/>
                <a:cs typeface="Gill Sans MT"/>
              </a:defRPr>
            </a:pPr>
            <a:r>
              <a:rPr lang="es-CO" sz="2175" b="1" noProof="0" dirty="0" err="1">
                <a:solidFill>
                  <a:srgbClr val="0A2B4B"/>
                </a:solidFill>
                <a:latin typeface="Gill Sans MT"/>
                <a:ea typeface="Gill Sans MT"/>
                <a:cs typeface="Gill Sans MT"/>
              </a:rPr>
              <a:t>Transformer</a:t>
            </a:r>
            <a:r>
              <a:rPr lang="es-CO" sz="2175" b="1" noProof="0" dirty="0">
                <a:solidFill>
                  <a:srgbClr val="0A2B4B"/>
                </a:solidFill>
                <a:latin typeface="Gill Sans MT"/>
                <a:ea typeface="Gill Sans MT"/>
                <a:cs typeface="Gill Sans MT"/>
              </a:rPr>
              <a:t> </a:t>
            </a:r>
            <a:r>
              <a:rPr lang="es-CO" sz="2175" b="1" noProof="0" dirty="0" err="1">
                <a:solidFill>
                  <a:srgbClr val="0A2B4B"/>
                </a:solidFill>
                <a:latin typeface="Gill Sans MT"/>
                <a:ea typeface="Gill Sans MT"/>
                <a:cs typeface="Gill Sans MT"/>
              </a:rPr>
              <a:t>encoder</a:t>
            </a:r>
            <a:endParaRPr lang="es-CO" sz="2175" b="1" noProof="0" dirty="0">
              <a:solidFill>
                <a:srgbClr val="0A2B4B"/>
              </a:solidFill>
              <a:latin typeface="Gill Sans MT"/>
              <a:ea typeface="Gill Sans MT"/>
              <a:cs typeface="Gill Sans MT"/>
            </a:endParaRPr>
          </a:p>
        </p:txBody>
      </p:sp>
      <p:sp>
        <p:nvSpPr>
          <p:cNvPr id="10" name="Rectángulo 9">
            <a:extLst>
              <a:ext uri="{FF2B5EF4-FFF2-40B4-BE49-F238E27FC236}">
                <a16:creationId xmlns:a16="http://schemas.microsoft.com/office/drawing/2014/main" id="{E3F40046-3832-4E57-9100-53168828FA49}"/>
              </a:ext>
            </a:extLst>
          </p:cNvPr>
          <p:cNvSpPr>
            <a:spLocks noGrp="1"/>
          </p:cNvSpPr>
          <p:nvPr/>
        </p:nvSpPr>
        <p:spPr>
          <a:xfrm>
            <a:off x="1171575" y="4762500"/>
            <a:ext cx="9715500" cy="361950"/>
          </a:xfrm>
          <a:prstGeom prst="rect">
            <a:avLst/>
          </a:prstGeom>
          <a:noFill/>
          <a:ln w="0">
            <a:noFill/>
          </a:ln>
        </p:spPr>
        <p:txBody>
          <a:bodyPr anchor="ctr">
            <a:noAutofit/>
          </a:bodyPr>
          <a:lstStyle/>
          <a:p>
            <a:pPr>
              <a:buNone/>
              <a:defRPr sz="1875" b="0">
                <a:solidFill>
                  <a:srgbClr val="0A2B4B"/>
                </a:solidFill>
                <a:latin typeface="Gill Sans MT"/>
                <a:ea typeface="Gill Sans MT"/>
                <a:cs typeface="Gill Sans MT"/>
              </a:defRPr>
            </a:pPr>
            <a:r>
              <a:rPr lang="es-CO" sz="1875" b="0" noProof="0" dirty="0">
                <a:solidFill>
                  <a:srgbClr val="0A2B4B"/>
                </a:solidFill>
                <a:latin typeface="Gill Sans MT"/>
                <a:ea typeface="Gill Sans MT"/>
                <a:cs typeface="Gill Sans MT"/>
              </a:rPr>
              <a:t>Atención sobre secuencias históricas por entidad</a:t>
            </a:r>
          </a:p>
        </p:txBody>
      </p:sp>
      <p:sp>
        <p:nvSpPr>
          <p:cNvPr id="11" name="Rectángulo 10">
            <a:extLst>
              <a:ext uri="{FF2B5EF4-FFF2-40B4-BE49-F238E27FC236}">
                <a16:creationId xmlns:a16="http://schemas.microsoft.com/office/drawing/2014/main" id="{48E2E37D-9CBD-4D5E-80A4-01A80D2EB48C}"/>
              </a:ext>
            </a:extLst>
          </p:cNvPr>
          <p:cNvSpPr>
            <a:spLocks noGrp="1"/>
          </p:cNvSpPr>
          <p:nvPr/>
        </p:nvSpPr>
        <p:spPr>
          <a:xfrm>
            <a:off x="1171575" y="5638800"/>
            <a:ext cx="9953625" cy="304800"/>
          </a:xfrm>
          <a:prstGeom prst="rect">
            <a:avLst/>
          </a:prstGeom>
          <a:noFill/>
          <a:ln w="0">
            <a:noFill/>
          </a:ln>
        </p:spPr>
        <p:txBody>
          <a:bodyPr anchor="ctr">
            <a:noAutofit/>
          </a:bodyPr>
          <a:lstStyle/>
          <a:p>
            <a:pPr>
              <a:buNone/>
              <a:defRPr sz="1650" b="0">
                <a:solidFill>
                  <a:srgbClr val="0A2B4B"/>
                </a:solidFill>
                <a:latin typeface="Gill Sans MT"/>
                <a:ea typeface="Gill Sans MT"/>
                <a:cs typeface="Gill Sans MT"/>
              </a:defRPr>
            </a:pPr>
            <a:r>
              <a:rPr lang="es-CO" sz="1650" b="0" noProof="0" dirty="0">
                <a:solidFill>
                  <a:srgbClr val="0A2B4B"/>
                </a:solidFill>
                <a:latin typeface="Gill Sans MT"/>
                <a:ea typeface="Gill Sans MT"/>
                <a:cs typeface="Gill Sans MT"/>
              </a:rPr>
              <a:t>Comparación de las configuraciones evaluadas, con diferencias en sus entradas</a:t>
            </a:r>
          </a:p>
        </p:txBody>
      </p:sp>
    </p:spTree>
    <p:extLst>
      <p:ext uri="{BB962C8B-B14F-4D97-AF65-F5344CB8AC3E}">
        <p14:creationId xmlns:p14="http://schemas.microsoft.com/office/powerpoint/2010/main" val="3073796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7379637B-19BE-4D99-8CB8-31B47855E8C4}"/>
              </a:ext>
            </a:extLst>
          </p:cNvPr>
          <p:cNvSpPr>
            <a:spLocks noGrp="1"/>
          </p:cNvSpPr>
          <p:nvPr/>
        </p:nvSpPr>
        <p:spPr>
          <a:xfrm>
            <a:off x="857250" y="1409700"/>
            <a:ext cx="10620375" cy="619125"/>
          </a:xfrm>
          <a:prstGeom prst="rect">
            <a:avLst/>
          </a:prstGeom>
          <a:solidFill>
            <a:srgbClr val="0A2B4B"/>
          </a:solidFill>
          <a:ln w="0">
            <a:noFill/>
          </a:ln>
        </p:spPr>
        <p:txBody>
          <a:bodyPr/>
          <a:lstStyle/>
          <a:p>
            <a:endParaRPr lang="es-CO" noProof="0" dirty="0"/>
          </a:p>
        </p:txBody>
      </p:sp>
      <p:sp>
        <p:nvSpPr>
          <p:cNvPr id="2" name="Rectángulo 1">
            <a:extLst>
              <a:ext uri="{FF2B5EF4-FFF2-40B4-BE49-F238E27FC236}">
                <a16:creationId xmlns:a16="http://schemas.microsoft.com/office/drawing/2014/main" id="{CB1939B5-FB26-4DC3-A104-ED1D10EB28E9}"/>
              </a:ext>
            </a:extLst>
          </p:cNvPr>
          <p:cNvSpPr>
            <a:spLocks noGrp="1"/>
          </p:cNvSpPr>
          <p:nvPr/>
        </p:nvSpPr>
        <p:spPr>
          <a:xfrm>
            <a:off x="1009650" y="1457325"/>
            <a:ext cx="10287000" cy="504825"/>
          </a:xfrm>
          <a:prstGeom prst="rect">
            <a:avLst/>
          </a:prstGeom>
          <a:noFill/>
          <a:ln w="0">
            <a:noFill/>
          </a:ln>
        </p:spPr>
        <p:txBody>
          <a:bodyPr anchor="ctr">
            <a:noAutofit/>
          </a:bodyPr>
          <a:lstStyle/>
          <a:p>
            <a:pPr>
              <a:buNone/>
              <a:defRPr sz="2550" b="1">
                <a:solidFill>
                  <a:srgbClr val="FFFFFF"/>
                </a:solidFill>
                <a:latin typeface="Gill Sans MT"/>
                <a:ea typeface="Gill Sans MT"/>
                <a:cs typeface="Gill Sans MT"/>
              </a:defRPr>
            </a:pPr>
            <a:r>
              <a:rPr lang="es-CO" sz="2550" b="1" noProof="0" dirty="0">
                <a:solidFill>
                  <a:srgbClr val="FFFFFF"/>
                </a:solidFill>
                <a:latin typeface="Gill Sans MT"/>
                <a:ea typeface="Gill Sans MT"/>
                <a:cs typeface="Gill Sans MT"/>
              </a:rPr>
              <a:t>Desempeño global de </a:t>
            </a:r>
            <a:r>
              <a:rPr lang="es-CO" sz="2550" b="1" noProof="0" dirty="0" err="1">
                <a:solidFill>
                  <a:srgbClr val="FFFFFF"/>
                </a:solidFill>
                <a:latin typeface="Gill Sans MT"/>
                <a:ea typeface="Gill Sans MT"/>
                <a:cs typeface="Gill Sans MT"/>
              </a:rPr>
              <a:t>LightGBM</a:t>
            </a:r>
            <a:endParaRPr lang="es-CO" sz="2550" b="1" noProof="0" dirty="0">
              <a:solidFill>
                <a:srgbClr val="FFFFFF"/>
              </a:solidFill>
              <a:latin typeface="Gill Sans MT"/>
              <a:ea typeface="Gill Sans MT"/>
              <a:cs typeface="Gill Sans MT"/>
            </a:endParaRPr>
          </a:p>
        </p:txBody>
      </p:sp>
      <p:sp>
        <p:nvSpPr>
          <p:cNvPr id="3" name="Rectángulo 2">
            <a:extLst>
              <a:ext uri="{FF2B5EF4-FFF2-40B4-BE49-F238E27FC236}">
                <a16:creationId xmlns:a16="http://schemas.microsoft.com/office/drawing/2014/main" id="{C8513E73-4CB4-4AB4-A7AF-D3D30CCDB49E}"/>
              </a:ext>
            </a:extLst>
          </p:cNvPr>
          <p:cNvSpPr>
            <a:spLocks noGrp="1"/>
          </p:cNvSpPr>
          <p:nvPr/>
        </p:nvSpPr>
        <p:spPr>
          <a:xfrm>
            <a:off x="857250" y="2133600"/>
            <a:ext cx="10620375" cy="3981450"/>
          </a:xfrm>
          <a:prstGeom prst="rect">
            <a:avLst/>
          </a:prstGeom>
          <a:solidFill>
            <a:srgbClr val="FFFFFF"/>
          </a:solidFill>
          <a:ln w="0">
            <a:noFill/>
          </a:ln>
        </p:spPr>
        <p:txBody>
          <a:bodyPr/>
          <a:lstStyle/>
          <a:p>
            <a:endParaRPr lang="es-CO" noProof="0" dirty="0"/>
          </a:p>
        </p:txBody>
      </p:sp>
      <p:sp>
        <p:nvSpPr>
          <p:cNvPr id="4" name="Rectángulo 3">
            <a:extLst>
              <a:ext uri="{FF2B5EF4-FFF2-40B4-BE49-F238E27FC236}">
                <a16:creationId xmlns:a16="http://schemas.microsoft.com/office/drawing/2014/main" id="{31B42E75-A656-48C3-BBB5-DCAD747D99CE}"/>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   6/10</a:t>
            </a:r>
          </a:p>
        </p:txBody>
      </p:sp>
      <p:pic>
        <p:nvPicPr>
          <p:cNvPr id="14" name="Imagen 13"/>
          <p:cNvPicPr>
            <a:picLocks noChangeAspect="1"/>
          </p:cNvPicPr>
          <p:nvPr/>
        </p:nvPicPr>
        <p:blipFill>
          <a:blip r:embed="rId3"/>
          <a:stretch/>
        </p:blipFill>
        <p:spPr>
          <a:xfrm>
            <a:off x="2171016" y="2238375"/>
            <a:ext cx="3754217" cy="3743325"/>
          </a:xfrm>
          <a:prstGeom prst="rect">
            <a:avLst/>
          </a:prstGeom>
        </p:spPr>
      </p:pic>
      <p:sp>
        <p:nvSpPr>
          <p:cNvPr id="6" name="Rectángulo 5">
            <a:extLst>
              <a:ext uri="{FF2B5EF4-FFF2-40B4-BE49-F238E27FC236}">
                <a16:creationId xmlns:a16="http://schemas.microsoft.com/office/drawing/2014/main" id="{1500E38F-2900-40EF-A874-A9AEF60D1726}"/>
              </a:ext>
            </a:extLst>
          </p:cNvPr>
          <p:cNvSpPr>
            <a:spLocks noGrp="1"/>
          </p:cNvSpPr>
          <p:nvPr/>
        </p:nvSpPr>
        <p:spPr>
          <a:xfrm>
            <a:off x="7429500" y="2524125"/>
            <a:ext cx="3762375" cy="457200"/>
          </a:xfrm>
          <a:prstGeom prst="rect">
            <a:avLst/>
          </a:prstGeom>
          <a:noFill/>
          <a:ln w="0">
            <a:noFill/>
          </a:ln>
        </p:spPr>
        <p:txBody>
          <a:bodyPr anchor="ctr">
            <a:noAutofit/>
          </a:bodyPr>
          <a:lstStyle/>
          <a:p>
            <a:pPr>
              <a:buNone/>
              <a:defRPr sz="2550" b="1">
                <a:solidFill>
                  <a:srgbClr val="0A2B4B"/>
                </a:solidFill>
                <a:latin typeface="Gill Sans MT"/>
                <a:ea typeface="Gill Sans MT"/>
                <a:cs typeface="Gill Sans MT"/>
              </a:defRPr>
            </a:pPr>
            <a:r>
              <a:rPr lang="es-CO" sz="2550" b="1" noProof="0" dirty="0">
                <a:solidFill>
                  <a:srgbClr val="0A2B4B"/>
                </a:solidFill>
                <a:latin typeface="Gill Sans MT"/>
                <a:ea typeface="Gill Sans MT"/>
                <a:cs typeface="Gill Sans MT"/>
              </a:rPr>
              <a:t>RMSE  9,33</a:t>
            </a:r>
          </a:p>
        </p:txBody>
      </p:sp>
      <p:sp>
        <p:nvSpPr>
          <p:cNvPr id="7" name="Rectángulo 6">
            <a:extLst>
              <a:ext uri="{FF2B5EF4-FFF2-40B4-BE49-F238E27FC236}">
                <a16:creationId xmlns:a16="http://schemas.microsoft.com/office/drawing/2014/main" id="{5782DBF7-C902-422A-973B-831293CFE5F0}"/>
              </a:ext>
            </a:extLst>
          </p:cNvPr>
          <p:cNvSpPr>
            <a:spLocks noGrp="1"/>
          </p:cNvSpPr>
          <p:nvPr/>
        </p:nvSpPr>
        <p:spPr>
          <a:xfrm>
            <a:off x="7429500" y="3190875"/>
            <a:ext cx="3762375" cy="457200"/>
          </a:xfrm>
          <a:prstGeom prst="rect">
            <a:avLst/>
          </a:prstGeom>
          <a:noFill/>
          <a:ln w="0">
            <a:noFill/>
          </a:ln>
        </p:spPr>
        <p:txBody>
          <a:bodyPr anchor="ctr">
            <a:noAutofit/>
          </a:bodyPr>
          <a:lstStyle/>
          <a:p>
            <a:pPr>
              <a:buNone/>
              <a:defRPr sz="2550" b="1">
                <a:solidFill>
                  <a:srgbClr val="0A2B4B"/>
                </a:solidFill>
                <a:latin typeface="Gill Sans MT"/>
                <a:ea typeface="Gill Sans MT"/>
                <a:cs typeface="Gill Sans MT"/>
              </a:defRPr>
            </a:pPr>
            <a:r>
              <a:rPr lang="es-CO" sz="2550" b="1" noProof="0" dirty="0">
                <a:solidFill>
                  <a:srgbClr val="0A2B4B"/>
                </a:solidFill>
                <a:latin typeface="Gill Sans MT"/>
                <a:ea typeface="Gill Sans MT"/>
                <a:cs typeface="Gill Sans MT"/>
              </a:rPr>
              <a:t>MAE    6,21</a:t>
            </a:r>
          </a:p>
        </p:txBody>
      </p:sp>
      <p:sp>
        <p:nvSpPr>
          <p:cNvPr id="8" name="Rectángulo 7">
            <a:extLst>
              <a:ext uri="{FF2B5EF4-FFF2-40B4-BE49-F238E27FC236}">
                <a16:creationId xmlns:a16="http://schemas.microsoft.com/office/drawing/2014/main" id="{63B476DE-3D0D-418D-9D94-2855BDEBD732}"/>
              </a:ext>
            </a:extLst>
          </p:cNvPr>
          <p:cNvSpPr>
            <a:spLocks noGrp="1"/>
          </p:cNvSpPr>
          <p:nvPr/>
        </p:nvSpPr>
        <p:spPr>
          <a:xfrm>
            <a:off x="7429500" y="3857625"/>
            <a:ext cx="3762375" cy="457200"/>
          </a:xfrm>
          <a:prstGeom prst="rect">
            <a:avLst/>
          </a:prstGeom>
          <a:noFill/>
          <a:ln w="0">
            <a:noFill/>
          </a:ln>
        </p:spPr>
        <p:txBody>
          <a:bodyPr anchor="ctr">
            <a:noAutofit/>
          </a:bodyPr>
          <a:lstStyle/>
          <a:p>
            <a:pPr>
              <a:buNone/>
              <a:defRPr sz="2550" b="1">
                <a:solidFill>
                  <a:srgbClr val="0A2B4B"/>
                </a:solidFill>
                <a:latin typeface="Gill Sans MT"/>
                <a:ea typeface="Gill Sans MT"/>
                <a:cs typeface="Gill Sans MT"/>
              </a:defRPr>
            </a:pPr>
            <a:r>
              <a:rPr lang="es-CO" sz="2550" b="1" noProof="0" dirty="0">
                <a:solidFill>
                  <a:srgbClr val="0A2B4B"/>
                </a:solidFill>
                <a:latin typeface="Gill Sans MT"/>
                <a:ea typeface="Gill Sans MT"/>
                <a:cs typeface="Gill Sans MT"/>
              </a:rPr>
              <a:t>R²        0,706</a:t>
            </a:r>
          </a:p>
        </p:txBody>
      </p:sp>
      <p:sp>
        <p:nvSpPr>
          <p:cNvPr id="9" name="Rectángulo 8">
            <a:extLst>
              <a:ext uri="{FF2B5EF4-FFF2-40B4-BE49-F238E27FC236}">
                <a16:creationId xmlns:a16="http://schemas.microsoft.com/office/drawing/2014/main" id="{321FD75B-9839-48E3-950C-EC66B9924B58}"/>
              </a:ext>
            </a:extLst>
          </p:cNvPr>
          <p:cNvSpPr>
            <a:spLocks noGrp="1"/>
          </p:cNvSpPr>
          <p:nvPr/>
        </p:nvSpPr>
        <p:spPr>
          <a:xfrm>
            <a:off x="7429500" y="4791075"/>
            <a:ext cx="3810000" cy="857250"/>
          </a:xfrm>
          <a:prstGeom prst="rect">
            <a:avLst/>
          </a:prstGeom>
          <a:noFill/>
          <a:ln w="0">
            <a:noFill/>
          </a:ln>
        </p:spPr>
        <p:txBody>
          <a:bodyPr anchor="ctr">
            <a:noAutofit/>
          </a:bodyPr>
          <a:lstStyle/>
          <a:p>
            <a:pPr>
              <a:buNone/>
              <a:defRPr sz="1950" b="0">
                <a:solidFill>
                  <a:srgbClr val="0A2B4B"/>
                </a:solidFill>
                <a:latin typeface="Gill Sans MT"/>
                <a:ea typeface="Gill Sans MT"/>
                <a:cs typeface="Gill Sans MT"/>
              </a:defRPr>
            </a:pPr>
            <a:r>
              <a:rPr lang="es-CO" sz="1950" b="0" noProof="0" dirty="0">
                <a:solidFill>
                  <a:srgbClr val="0A2B4B"/>
                </a:solidFill>
                <a:latin typeface="Gill Sans MT"/>
                <a:ea typeface="Gill Sans MT"/>
                <a:cs typeface="Gill Sans MT"/>
              </a:rPr>
              <a:t>Test externo 2024</a:t>
            </a:r>
          </a:p>
          <a:p>
            <a:pPr>
              <a:buNone/>
              <a:defRPr sz="1950" b="0">
                <a:solidFill>
                  <a:srgbClr val="0A2B4B"/>
                </a:solidFill>
                <a:latin typeface="Gill Sans MT"/>
                <a:ea typeface="Gill Sans MT"/>
                <a:cs typeface="Gill Sans MT"/>
              </a:defRPr>
            </a:pPr>
            <a:r>
              <a:rPr lang="es-CO" sz="1950" b="0" noProof="0" dirty="0">
                <a:solidFill>
                  <a:srgbClr val="0A2B4B"/>
                </a:solidFill>
                <a:latin typeface="Gill Sans MT"/>
                <a:ea typeface="Gill Sans MT"/>
                <a:cs typeface="Gill Sans MT"/>
              </a:rPr>
              <a:t>n = 28.762</a:t>
            </a:r>
          </a:p>
        </p:txBody>
      </p:sp>
    </p:spTree>
    <p:extLst>
      <p:ext uri="{BB962C8B-B14F-4D97-AF65-F5344CB8AC3E}">
        <p14:creationId xmlns:p14="http://schemas.microsoft.com/office/powerpoint/2010/main" val="147398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981C3DA-F244-4465-871B-A0A1F450C160}"/>
              </a:ext>
            </a:extLst>
          </p:cNvPr>
          <p:cNvSpPr>
            <a:spLocks noGrp="1"/>
          </p:cNvSpPr>
          <p:nvPr/>
        </p:nvSpPr>
        <p:spPr>
          <a:xfrm>
            <a:off x="857250" y="1409700"/>
            <a:ext cx="10620375" cy="619125"/>
          </a:xfrm>
          <a:prstGeom prst="rect">
            <a:avLst/>
          </a:prstGeom>
          <a:solidFill>
            <a:srgbClr val="0A2B4B"/>
          </a:solidFill>
          <a:ln w="0">
            <a:noFill/>
          </a:ln>
        </p:spPr>
        <p:txBody>
          <a:bodyPr/>
          <a:lstStyle/>
          <a:p>
            <a:endParaRPr lang="es-CO" noProof="0" dirty="0"/>
          </a:p>
        </p:txBody>
      </p:sp>
      <p:sp>
        <p:nvSpPr>
          <p:cNvPr id="2" name="Rectángulo 1">
            <a:extLst>
              <a:ext uri="{FF2B5EF4-FFF2-40B4-BE49-F238E27FC236}">
                <a16:creationId xmlns:a16="http://schemas.microsoft.com/office/drawing/2014/main" id="{1B8DB53E-B31E-41AC-B090-1221A3ABBBD9}"/>
              </a:ext>
            </a:extLst>
          </p:cNvPr>
          <p:cNvSpPr>
            <a:spLocks noGrp="1"/>
          </p:cNvSpPr>
          <p:nvPr/>
        </p:nvSpPr>
        <p:spPr>
          <a:xfrm>
            <a:off x="1009650" y="1457325"/>
            <a:ext cx="10287000" cy="504825"/>
          </a:xfrm>
          <a:prstGeom prst="rect">
            <a:avLst/>
          </a:prstGeom>
          <a:noFill/>
          <a:ln w="0">
            <a:noFill/>
          </a:ln>
        </p:spPr>
        <p:txBody>
          <a:bodyPr anchor="ctr">
            <a:noAutofit/>
          </a:bodyPr>
          <a:lstStyle/>
          <a:p>
            <a:pPr>
              <a:buNone/>
              <a:defRPr sz="2550" b="1">
                <a:solidFill>
                  <a:srgbClr val="FFFFFF"/>
                </a:solidFill>
                <a:latin typeface="Gill Sans MT"/>
                <a:ea typeface="Gill Sans MT"/>
                <a:cs typeface="Gill Sans MT"/>
              </a:defRPr>
            </a:pPr>
            <a:r>
              <a:rPr lang="es-CO" sz="2550" b="1" noProof="0" dirty="0">
                <a:solidFill>
                  <a:srgbClr val="FFFFFF"/>
                </a:solidFill>
                <a:latin typeface="Gill Sans MT"/>
                <a:ea typeface="Gill Sans MT"/>
                <a:cs typeface="Gill Sans MT"/>
              </a:rPr>
              <a:t>Comparación de modelos</a:t>
            </a:r>
          </a:p>
        </p:txBody>
      </p:sp>
      <p:sp>
        <p:nvSpPr>
          <p:cNvPr id="3" name="Rectángulo 2">
            <a:extLst>
              <a:ext uri="{FF2B5EF4-FFF2-40B4-BE49-F238E27FC236}">
                <a16:creationId xmlns:a16="http://schemas.microsoft.com/office/drawing/2014/main" id="{8F589738-6DEC-45FB-8F5A-9D35DBB196AC}"/>
              </a:ext>
            </a:extLst>
          </p:cNvPr>
          <p:cNvSpPr>
            <a:spLocks noGrp="1"/>
          </p:cNvSpPr>
          <p:nvPr/>
        </p:nvSpPr>
        <p:spPr>
          <a:xfrm>
            <a:off x="857250" y="2133600"/>
            <a:ext cx="10620375" cy="3981450"/>
          </a:xfrm>
          <a:prstGeom prst="rect">
            <a:avLst/>
          </a:prstGeom>
          <a:solidFill>
            <a:srgbClr val="FFFFFF"/>
          </a:solidFill>
          <a:ln w="0">
            <a:noFill/>
          </a:ln>
        </p:spPr>
        <p:txBody>
          <a:bodyPr/>
          <a:lstStyle/>
          <a:p>
            <a:endParaRPr lang="es-CO" noProof="0" dirty="0"/>
          </a:p>
        </p:txBody>
      </p:sp>
      <p:sp>
        <p:nvSpPr>
          <p:cNvPr id="4" name="Rectángulo 3">
            <a:extLst>
              <a:ext uri="{FF2B5EF4-FFF2-40B4-BE49-F238E27FC236}">
                <a16:creationId xmlns:a16="http://schemas.microsoft.com/office/drawing/2014/main" id="{EB88F8DF-30CF-41D6-81E5-D0035C78C03F}"/>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   7/10</a:t>
            </a:r>
          </a:p>
        </p:txBody>
      </p:sp>
      <p:graphicFrame>
        <p:nvGraphicFramePr>
          <p:cNvPr id="12" name="Tabla 11"/>
          <p:cNvGraphicFramePr/>
          <p:nvPr>
            <p:extLst>
              <p:ext uri="{D42A27DB-BD31-4B8C-83A1-F6EECF244321}">
                <p14:modId xmlns:p14="http://schemas.microsoft.com/office/powerpoint/2010/main" val="3258450022"/>
              </p:ext>
            </p:extLst>
          </p:nvPr>
        </p:nvGraphicFramePr>
        <p:xfrm>
          <a:off x="1143000" y="2419350"/>
          <a:ext cx="10001250" cy="2619375"/>
        </p:xfrm>
        <a:graphic>
          <a:graphicData uri="http://schemas.openxmlformats.org/drawingml/2006/table">
            <a:tbl>
              <a:tblPr/>
              <a:tblGrid>
                <a:gridCol w="342900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523875">
                <a:tc>
                  <a:txBody>
                    <a:bodyPr/>
                    <a:lstStyle/>
                    <a:p>
                      <a:r>
                        <a:rPr lang="es-CO" sz="2025" b="1" noProof="0" dirty="0">
                          <a:solidFill>
                            <a:srgbClr val="FFFFFF"/>
                          </a:solidFill>
                          <a:latin typeface="Gill Sans MT"/>
                          <a:ea typeface="Gill Sans MT"/>
                          <a:cs typeface="Gill Sans MT"/>
                        </a:rPr>
                        <a:t>Modelo</a:t>
                      </a:r>
                    </a:p>
                  </a:txBody>
                  <a:tcPr>
                    <a:solidFill>
                      <a:srgbClr val="0A2B4B"/>
                    </a:solidFill>
                  </a:tcPr>
                </a:tc>
                <a:tc>
                  <a:txBody>
                    <a:bodyPr/>
                    <a:lstStyle/>
                    <a:p>
                      <a:r>
                        <a:rPr lang="es-CO" sz="2025" b="1" noProof="0" dirty="0">
                          <a:solidFill>
                            <a:srgbClr val="FFFFFF"/>
                          </a:solidFill>
                          <a:latin typeface="Gill Sans MT"/>
                          <a:ea typeface="Gill Sans MT"/>
                          <a:cs typeface="Gill Sans MT"/>
                        </a:rPr>
                        <a:t>RMSE</a:t>
                      </a:r>
                    </a:p>
                  </a:txBody>
                  <a:tcPr>
                    <a:solidFill>
                      <a:srgbClr val="0A2B4B"/>
                    </a:solidFill>
                  </a:tcPr>
                </a:tc>
                <a:tc>
                  <a:txBody>
                    <a:bodyPr/>
                    <a:lstStyle/>
                    <a:p>
                      <a:r>
                        <a:rPr lang="es-CO" sz="2025" b="1" noProof="0" dirty="0">
                          <a:solidFill>
                            <a:srgbClr val="FFFFFF"/>
                          </a:solidFill>
                          <a:latin typeface="Gill Sans MT"/>
                          <a:ea typeface="Gill Sans MT"/>
                          <a:cs typeface="Gill Sans MT"/>
                        </a:rPr>
                        <a:t>MAE</a:t>
                      </a:r>
                    </a:p>
                  </a:txBody>
                  <a:tcPr>
                    <a:solidFill>
                      <a:srgbClr val="0A2B4B"/>
                    </a:solidFill>
                  </a:tcPr>
                </a:tc>
                <a:tc>
                  <a:txBody>
                    <a:bodyPr/>
                    <a:lstStyle/>
                    <a:p>
                      <a:r>
                        <a:rPr lang="es-CO" sz="2025" b="1" noProof="0" dirty="0">
                          <a:solidFill>
                            <a:srgbClr val="FFFFFF"/>
                          </a:solidFill>
                          <a:latin typeface="Gill Sans MT"/>
                          <a:ea typeface="Gill Sans MT"/>
                          <a:cs typeface="Gill Sans MT"/>
                        </a:rPr>
                        <a:t>R²</a:t>
                      </a:r>
                    </a:p>
                  </a:txBody>
                  <a:tcPr>
                    <a:solidFill>
                      <a:srgbClr val="0A2B4B"/>
                    </a:solidFill>
                  </a:tcPr>
                </a:tc>
                <a:extLst>
                  <a:ext uri="{0D108BD9-81ED-4DB2-BD59-A6C34878D82A}">
                    <a16:rowId xmlns:a16="http://schemas.microsoft.com/office/drawing/2014/main" val="10000"/>
                  </a:ext>
                </a:extLst>
              </a:tr>
              <a:tr h="523875">
                <a:tc>
                  <a:txBody>
                    <a:bodyPr/>
                    <a:lstStyle/>
                    <a:p>
                      <a:r>
                        <a:rPr lang="es-CO" sz="2025" b="0" noProof="0" dirty="0">
                          <a:solidFill>
                            <a:srgbClr val="0A2B4B"/>
                          </a:solidFill>
                          <a:latin typeface="Gill Sans MT"/>
                          <a:ea typeface="Gill Sans MT"/>
                          <a:cs typeface="Gill Sans MT"/>
                        </a:rPr>
                        <a:t>Ridge</a:t>
                      </a:r>
                    </a:p>
                  </a:txBody>
                  <a:tcPr>
                    <a:solidFill>
                      <a:srgbClr val="F2F5F7"/>
                    </a:solidFill>
                  </a:tcPr>
                </a:tc>
                <a:tc>
                  <a:txBody>
                    <a:bodyPr/>
                    <a:lstStyle/>
                    <a:p>
                      <a:r>
                        <a:rPr lang="es-CO" sz="2025" b="0" noProof="0" dirty="0">
                          <a:solidFill>
                            <a:srgbClr val="0A2B4B"/>
                          </a:solidFill>
                          <a:latin typeface="Gill Sans MT"/>
                          <a:ea typeface="Gill Sans MT"/>
                          <a:cs typeface="Gill Sans MT"/>
                        </a:rPr>
                        <a:t>10,2294</a:t>
                      </a:r>
                    </a:p>
                  </a:txBody>
                  <a:tcPr>
                    <a:solidFill>
                      <a:srgbClr val="F2F5F7"/>
                    </a:solidFill>
                  </a:tcPr>
                </a:tc>
                <a:tc>
                  <a:txBody>
                    <a:bodyPr/>
                    <a:lstStyle/>
                    <a:p>
                      <a:r>
                        <a:rPr lang="es-CO" sz="2025" b="0" noProof="0" dirty="0">
                          <a:solidFill>
                            <a:srgbClr val="0A2B4B"/>
                          </a:solidFill>
                          <a:latin typeface="Gill Sans MT"/>
                          <a:ea typeface="Gill Sans MT"/>
                          <a:cs typeface="Gill Sans MT"/>
                        </a:rPr>
                        <a:t>7,2967</a:t>
                      </a:r>
                    </a:p>
                  </a:txBody>
                  <a:tcPr>
                    <a:solidFill>
                      <a:srgbClr val="F2F5F7"/>
                    </a:solidFill>
                  </a:tcPr>
                </a:tc>
                <a:tc>
                  <a:txBody>
                    <a:bodyPr/>
                    <a:lstStyle/>
                    <a:p>
                      <a:r>
                        <a:rPr lang="es-CO" sz="2025" b="0" noProof="0" dirty="0">
                          <a:solidFill>
                            <a:srgbClr val="0A2B4B"/>
                          </a:solidFill>
                          <a:latin typeface="Gill Sans MT"/>
                          <a:ea typeface="Gill Sans MT"/>
                          <a:cs typeface="Gill Sans MT"/>
                        </a:rPr>
                        <a:t>0,6467</a:t>
                      </a:r>
                    </a:p>
                  </a:txBody>
                  <a:tcPr>
                    <a:solidFill>
                      <a:srgbClr val="F2F5F7"/>
                    </a:solidFill>
                  </a:tcPr>
                </a:tc>
                <a:extLst>
                  <a:ext uri="{0D108BD9-81ED-4DB2-BD59-A6C34878D82A}">
                    <a16:rowId xmlns:a16="http://schemas.microsoft.com/office/drawing/2014/main" val="10001"/>
                  </a:ext>
                </a:extLst>
              </a:tr>
              <a:tr h="523875">
                <a:tc>
                  <a:txBody>
                    <a:bodyPr/>
                    <a:lstStyle/>
                    <a:p>
                      <a:r>
                        <a:rPr lang="es-CO" sz="2025" b="0" noProof="0" dirty="0">
                          <a:solidFill>
                            <a:srgbClr val="0A2B4B"/>
                          </a:solidFill>
                          <a:latin typeface="Gill Sans MT"/>
                          <a:ea typeface="Gill Sans MT"/>
                          <a:cs typeface="Gill Sans MT"/>
                        </a:rPr>
                        <a:t>Lasso</a:t>
                      </a:r>
                    </a:p>
                  </a:txBody>
                  <a:tcPr>
                    <a:solidFill>
                      <a:srgbClr val="FFFFFF"/>
                    </a:solidFill>
                  </a:tcPr>
                </a:tc>
                <a:tc>
                  <a:txBody>
                    <a:bodyPr/>
                    <a:lstStyle/>
                    <a:p>
                      <a:r>
                        <a:rPr lang="es-CO" sz="2025" b="0" noProof="0" dirty="0">
                          <a:solidFill>
                            <a:srgbClr val="0A2B4B"/>
                          </a:solidFill>
                          <a:latin typeface="Gill Sans MT"/>
                          <a:ea typeface="Gill Sans MT"/>
                          <a:cs typeface="Gill Sans MT"/>
                        </a:rPr>
                        <a:t>10,0722</a:t>
                      </a:r>
                    </a:p>
                  </a:txBody>
                  <a:tcPr>
                    <a:solidFill>
                      <a:srgbClr val="FFFFFF"/>
                    </a:solidFill>
                  </a:tcPr>
                </a:tc>
                <a:tc>
                  <a:txBody>
                    <a:bodyPr/>
                    <a:lstStyle/>
                    <a:p>
                      <a:r>
                        <a:rPr lang="es-CO" sz="2025" b="0" noProof="0" dirty="0">
                          <a:solidFill>
                            <a:srgbClr val="0A2B4B"/>
                          </a:solidFill>
                          <a:latin typeface="Gill Sans MT"/>
                          <a:ea typeface="Gill Sans MT"/>
                          <a:cs typeface="Gill Sans MT"/>
                        </a:rPr>
                        <a:t>7,0622</a:t>
                      </a:r>
                    </a:p>
                  </a:txBody>
                  <a:tcPr>
                    <a:solidFill>
                      <a:srgbClr val="FFFFFF"/>
                    </a:solidFill>
                  </a:tcPr>
                </a:tc>
                <a:tc>
                  <a:txBody>
                    <a:bodyPr/>
                    <a:lstStyle/>
                    <a:p>
                      <a:r>
                        <a:rPr lang="es-CO" sz="2025" b="0" noProof="0" dirty="0">
                          <a:solidFill>
                            <a:srgbClr val="0A2B4B"/>
                          </a:solidFill>
                          <a:latin typeface="Gill Sans MT"/>
                          <a:ea typeface="Gill Sans MT"/>
                          <a:cs typeface="Gill Sans MT"/>
                        </a:rPr>
                        <a:t>0,6575</a:t>
                      </a:r>
                    </a:p>
                  </a:txBody>
                  <a:tcPr>
                    <a:solidFill>
                      <a:srgbClr val="FFFFFF"/>
                    </a:solidFill>
                  </a:tcPr>
                </a:tc>
                <a:extLst>
                  <a:ext uri="{0D108BD9-81ED-4DB2-BD59-A6C34878D82A}">
                    <a16:rowId xmlns:a16="http://schemas.microsoft.com/office/drawing/2014/main" val="10002"/>
                  </a:ext>
                </a:extLst>
              </a:tr>
              <a:tr h="523875">
                <a:tc>
                  <a:txBody>
                    <a:bodyPr/>
                    <a:lstStyle/>
                    <a:p>
                      <a:r>
                        <a:rPr lang="es-CO" sz="2025" b="1" noProof="0" dirty="0" err="1">
                          <a:solidFill>
                            <a:srgbClr val="0A2B4B"/>
                          </a:solidFill>
                          <a:latin typeface="Gill Sans MT"/>
                          <a:ea typeface="Gill Sans MT"/>
                          <a:cs typeface="Gill Sans MT"/>
                        </a:rPr>
                        <a:t>LightGBM</a:t>
                      </a:r>
                      <a:endParaRPr lang="es-CO" sz="2025" b="1" noProof="0" dirty="0">
                        <a:solidFill>
                          <a:srgbClr val="0A2B4B"/>
                        </a:solidFill>
                        <a:latin typeface="Gill Sans MT"/>
                        <a:ea typeface="Gill Sans MT"/>
                        <a:cs typeface="Gill Sans MT"/>
                      </a:endParaRPr>
                    </a:p>
                  </a:txBody>
                  <a:tcPr>
                    <a:solidFill>
                      <a:srgbClr val="D8EFE3"/>
                    </a:solidFill>
                  </a:tcPr>
                </a:tc>
                <a:tc>
                  <a:txBody>
                    <a:bodyPr/>
                    <a:lstStyle/>
                    <a:p>
                      <a:r>
                        <a:rPr lang="es-CO" sz="2025" b="1" noProof="0" dirty="0">
                          <a:solidFill>
                            <a:srgbClr val="0A2B4B"/>
                          </a:solidFill>
                          <a:latin typeface="Gill Sans MT"/>
                          <a:ea typeface="Gill Sans MT"/>
                          <a:cs typeface="Gill Sans MT"/>
                        </a:rPr>
                        <a:t>9,3293</a:t>
                      </a:r>
                    </a:p>
                  </a:txBody>
                  <a:tcPr>
                    <a:solidFill>
                      <a:srgbClr val="D8EFE3"/>
                    </a:solidFill>
                  </a:tcPr>
                </a:tc>
                <a:tc>
                  <a:txBody>
                    <a:bodyPr/>
                    <a:lstStyle/>
                    <a:p>
                      <a:r>
                        <a:rPr lang="es-CO" sz="2025" b="1" noProof="0" dirty="0">
                          <a:solidFill>
                            <a:srgbClr val="0A2B4B"/>
                          </a:solidFill>
                          <a:latin typeface="Gill Sans MT"/>
                          <a:ea typeface="Gill Sans MT"/>
                          <a:cs typeface="Gill Sans MT"/>
                        </a:rPr>
                        <a:t>6,2109</a:t>
                      </a:r>
                    </a:p>
                  </a:txBody>
                  <a:tcPr>
                    <a:solidFill>
                      <a:srgbClr val="D8EFE3"/>
                    </a:solidFill>
                  </a:tcPr>
                </a:tc>
                <a:tc>
                  <a:txBody>
                    <a:bodyPr/>
                    <a:lstStyle/>
                    <a:p>
                      <a:r>
                        <a:rPr lang="es-CO" sz="2025" b="1" noProof="0" dirty="0">
                          <a:solidFill>
                            <a:srgbClr val="0A2B4B"/>
                          </a:solidFill>
                          <a:latin typeface="Gill Sans MT"/>
                          <a:ea typeface="Gill Sans MT"/>
                          <a:cs typeface="Gill Sans MT"/>
                        </a:rPr>
                        <a:t>0,7062</a:t>
                      </a:r>
                    </a:p>
                  </a:txBody>
                  <a:tcPr>
                    <a:solidFill>
                      <a:srgbClr val="D8EFE3"/>
                    </a:solidFill>
                  </a:tcPr>
                </a:tc>
                <a:extLst>
                  <a:ext uri="{0D108BD9-81ED-4DB2-BD59-A6C34878D82A}">
                    <a16:rowId xmlns:a16="http://schemas.microsoft.com/office/drawing/2014/main" val="10003"/>
                  </a:ext>
                </a:extLst>
              </a:tr>
              <a:tr h="523875">
                <a:tc>
                  <a:txBody>
                    <a:bodyPr/>
                    <a:lstStyle/>
                    <a:p>
                      <a:r>
                        <a:rPr lang="es-CO" sz="2025" b="0" noProof="0" dirty="0" err="1">
                          <a:solidFill>
                            <a:srgbClr val="0A2B4B"/>
                          </a:solidFill>
                          <a:latin typeface="Gill Sans MT"/>
                          <a:ea typeface="Gill Sans MT"/>
                          <a:cs typeface="Gill Sans MT"/>
                        </a:rPr>
                        <a:t>Transformer</a:t>
                      </a:r>
                      <a:endParaRPr lang="es-CO" sz="2025" b="0" noProof="0" dirty="0">
                        <a:solidFill>
                          <a:srgbClr val="0A2B4B"/>
                        </a:solidFill>
                        <a:latin typeface="Gill Sans MT"/>
                        <a:ea typeface="Gill Sans MT"/>
                        <a:cs typeface="Gill Sans MT"/>
                      </a:endParaRPr>
                    </a:p>
                  </a:txBody>
                  <a:tcPr>
                    <a:solidFill>
                      <a:srgbClr val="FFFFFF"/>
                    </a:solidFill>
                  </a:tcPr>
                </a:tc>
                <a:tc>
                  <a:txBody>
                    <a:bodyPr/>
                    <a:lstStyle/>
                    <a:p>
                      <a:r>
                        <a:rPr lang="es-CO" sz="2025" b="0" noProof="0" dirty="0">
                          <a:solidFill>
                            <a:srgbClr val="0A2B4B"/>
                          </a:solidFill>
                          <a:latin typeface="Gill Sans MT"/>
                          <a:ea typeface="Gill Sans MT"/>
                          <a:cs typeface="Gill Sans MT"/>
                        </a:rPr>
                        <a:t>16,8588</a:t>
                      </a:r>
                    </a:p>
                  </a:txBody>
                  <a:tcPr>
                    <a:solidFill>
                      <a:srgbClr val="FFFFFF"/>
                    </a:solidFill>
                  </a:tcPr>
                </a:tc>
                <a:tc>
                  <a:txBody>
                    <a:bodyPr/>
                    <a:lstStyle/>
                    <a:p>
                      <a:r>
                        <a:rPr lang="es-CO" sz="2025" b="0" noProof="0" dirty="0">
                          <a:solidFill>
                            <a:srgbClr val="0A2B4B"/>
                          </a:solidFill>
                          <a:latin typeface="Gill Sans MT"/>
                          <a:ea typeface="Gill Sans MT"/>
                          <a:cs typeface="Gill Sans MT"/>
                        </a:rPr>
                        <a:t>n/d</a:t>
                      </a:r>
                    </a:p>
                  </a:txBody>
                  <a:tcPr>
                    <a:solidFill>
                      <a:srgbClr val="FFFFFF"/>
                    </a:solidFill>
                  </a:tcPr>
                </a:tc>
                <a:tc>
                  <a:txBody>
                    <a:bodyPr/>
                    <a:lstStyle/>
                    <a:p>
                      <a:r>
                        <a:rPr lang="es-CO" sz="2025" b="0" noProof="0" dirty="0">
                          <a:solidFill>
                            <a:srgbClr val="0A2B4B"/>
                          </a:solidFill>
                          <a:latin typeface="Gill Sans MT"/>
                          <a:ea typeface="Gill Sans MT"/>
                          <a:cs typeface="Gill Sans MT"/>
                        </a:rPr>
                        <a:t>0,0405</a:t>
                      </a:r>
                    </a:p>
                  </a:txBody>
                  <a:tcPr>
                    <a:solidFill>
                      <a:srgbClr val="FFFFFF"/>
                    </a:solidFill>
                  </a:tcPr>
                </a:tc>
                <a:extLst>
                  <a:ext uri="{0D108BD9-81ED-4DB2-BD59-A6C34878D82A}">
                    <a16:rowId xmlns:a16="http://schemas.microsoft.com/office/drawing/2014/main" val="10004"/>
                  </a:ext>
                </a:extLst>
              </a:tr>
            </a:tbl>
          </a:graphicData>
        </a:graphic>
      </p:graphicFrame>
      <p:sp>
        <p:nvSpPr>
          <p:cNvPr id="6" name="Rectángulo 5">
            <a:extLst>
              <a:ext uri="{FF2B5EF4-FFF2-40B4-BE49-F238E27FC236}">
                <a16:creationId xmlns:a16="http://schemas.microsoft.com/office/drawing/2014/main" id="{C8AFD960-AF9B-42E4-B2AB-F3C50610577E}"/>
              </a:ext>
            </a:extLst>
          </p:cNvPr>
          <p:cNvSpPr>
            <a:spLocks noGrp="1"/>
          </p:cNvSpPr>
          <p:nvPr/>
        </p:nvSpPr>
        <p:spPr>
          <a:xfrm>
            <a:off x="1190625" y="5229225"/>
            <a:ext cx="9906000" cy="685800"/>
          </a:xfrm>
          <a:prstGeom prst="rect">
            <a:avLst/>
          </a:prstGeom>
          <a:noFill/>
          <a:ln w="0">
            <a:noFill/>
          </a:ln>
        </p:spPr>
        <p:txBody>
          <a:bodyPr anchor="ctr">
            <a:noAutofit/>
          </a:bodyPr>
          <a:lstStyle/>
          <a:p>
            <a:pPr>
              <a:buNone/>
              <a:defRPr sz="1950" b="1">
                <a:solidFill>
                  <a:srgbClr val="0A2B4B"/>
                </a:solidFill>
                <a:latin typeface="Gill Sans MT"/>
                <a:ea typeface="Gill Sans MT"/>
                <a:cs typeface="Gill Sans MT"/>
              </a:defRPr>
            </a:pPr>
            <a:r>
              <a:rPr lang="es-CO" sz="1950" b="1" noProof="0" dirty="0" err="1">
                <a:solidFill>
                  <a:srgbClr val="0A2B4B"/>
                </a:solidFill>
                <a:latin typeface="Gill Sans MT"/>
                <a:ea typeface="Gill Sans MT"/>
                <a:cs typeface="Gill Sans MT"/>
              </a:rPr>
              <a:t>LightGBM</a:t>
            </a:r>
            <a:r>
              <a:rPr lang="es-CO" sz="1950" b="1" noProof="0" dirty="0">
                <a:solidFill>
                  <a:srgbClr val="0A2B4B"/>
                </a:solidFill>
                <a:latin typeface="Gill Sans MT"/>
                <a:ea typeface="Gill Sans MT"/>
                <a:cs typeface="Gill Sans MT"/>
              </a:rPr>
              <a:t> obtuvo el menor RMSE y el mayor R²</a:t>
            </a:r>
          </a:p>
          <a:p>
            <a:pPr>
              <a:buNone/>
              <a:defRPr sz="1950" b="1">
                <a:solidFill>
                  <a:srgbClr val="0A2B4B"/>
                </a:solidFill>
                <a:latin typeface="Gill Sans MT"/>
                <a:ea typeface="Gill Sans MT"/>
                <a:cs typeface="Gill Sans MT"/>
              </a:defRPr>
            </a:pPr>
            <a:r>
              <a:rPr lang="es-CO" sz="1950" b="1" noProof="0" dirty="0">
                <a:solidFill>
                  <a:srgbClr val="0A2B4B"/>
                </a:solidFill>
                <a:latin typeface="Gill Sans MT"/>
                <a:ea typeface="Gill Sans MT"/>
                <a:cs typeface="Gill Sans MT"/>
              </a:rPr>
              <a:t>en el conjunto de prueba 2024.</a:t>
            </a:r>
          </a:p>
        </p:txBody>
      </p:sp>
      <p:sp>
        <p:nvSpPr>
          <p:cNvPr id="7" name="Rectángulo 6">
            <a:extLst>
              <a:ext uri="{FF2B5EF4-FFF2-40B4-BE49-F238E27FC236}">
                <a16:creationId xmlns:a16="http://schemas.microsoft.com/office/drawing/2014/main" id="{E81F225D-47D6-4026-B4D2-53AF6457F734}"/>
              </a:ext>
            </a:extLst>
          </p:cNvPr>
          <p:cNvSpPr>
            <a:spLocks noGrp="1"/>
          </p:cNvSpPr>
          <p:nvPr/>
        </p:nvSpPr>
        <p:spPr>
          <a:xfrm>
            <a:off x="1190625" y="5695950"/>
            <a:ext cx="9906000" cy="285750"/>
          </a:xfrm>
          <a:prstGeom prst="rect">
            <a:avLst/>
          </a:prstGeom>
          <a:noFill/>
          <a:ln w="0">
            <a:noFill/>
          </a:ln>
        </p:spPr>
        <p:txBody>
          <a:bodyPr anchor="ctr">
            <a:noAutofit/>
          </a:bodyPr>
          <a:lstStyle/>
          <a:p>
            <a:pPr>
              <a:buNone/>
              <a:defRPr sz="1500" b="0">
                <a:solidFill>
                  <a:srgbClr val="0A2B4B"/>
                </a:solidFill>
                <a:latin typeface="Gill Sans MT"/>
                <a:ea typeface="Gill Sans MT"/>
                <a:cs typeface="Gill Sans MT"/>
              </a:defRPr>
            </a:pPr>
            <a:endParaRPr lang="es-CO" noProof="0" dirty="0"/>
          </a:p>
        </p:txBody>
      </p:sp>
    </p:spTree>
    <p:extLst>
      <p:ext uri="{BB962C8B-B14F-4D97-AF65-F5344CB8AC3E}">
        <p14:creationId xmlns:p14="http://schemas.microsoft.com/office/powerpoint/2010/main" val="2844382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A2040AE-A401-4E7C-9489-AC516C0384AA}"/>
              </a:ext>
            </a:extLst>
          </p:cNvPr>
          <p:cNvSpPr>
            <a:spLocks noGrp="1"/>
          </p:cNvSpPr>
          <p:nvPr/>
        </p:nvSpPr>
        <p:spPr>
          <a:xfrm>
            <a:off x="857250" y="1409700"/>
            <a:ext cx="10620375" cy="619125"/>
          </a:xfrm>
          <a:prstGeom prst="rect">
            <a:avLst/>
          </a:prstGeom>
          <a:solidFill>
            <a:srgbClr val="0A2B4B"/>
          </a:solidFill>
          <a:ln w="0">
            <a:noFill/>
          </a:ln>
        </p:spPr>
        <p:txBody>
          <a:bodyPr/>
          <a:lstStyle/>
          <a:p>
            <a:endParaRPr lang="es-CO" noProof="0" dirty="0"/>
          </a:p>
        </p:txBody>
      </p:sp>
      <p:sp>
        <p:nvSpPr>
          <p:cNvPr id="2" name="Rectángulo 1">
            <a:extLst>
              <a:ext uri="{FF2B5EF4-FFF2-40B4-BE49-F238E27FC236}">
                <a16:creationId xmlns:a16="http://schemas.microsoft.com/office/drawing/2014/main" id="{3E03B88C-A93B-4DAE-B658-1D4DA1DC1B11}"/>
              </a:ext>
            </a:extLst>
          </p:cNvPr>
          <p:cNvSpPr>
            <a:spLocks noGrp="1"/>
          </p:cNvSpPr>
          <p:nvPr/>
        </p:nvSpPr>
        <p:spPr>
          <a:xfrm>
            <a:off x="1009650" y="1457325"/>
            <a:ext cx="10287000" cy="504825"/>
          </a:xfrm>
          <a:prstGeom prst="rect">
            <a:avLst/>
          </a:prstGeom>
          <a:noFill/>
          <a:ln w="0">
            <a:noFill/>
          </a:ln>
        </p:spPr>
        <p:txBody>
          <a:bodyPr anchor="ctr">
            <a:noAutofit/>
          </a:bodyPr>
          <a:lstStyle/>
          <a:p>
            <a:pPr>
              <a:defRPr sz="2550" b="1">
                <a:solidFill>
                  <a:srgbClr val="FFFFFF"/>
                </a:solidFill>
                <a:latin typeface="Gill Sans MT"/>
                <a:ea typeface="Gill Sans MT"/>
                <a:cs typeface="Gill Sans MT"/>
              </a:defRPr>
            </a:pPr>
            <a:r>
              <a:rPr lang="es-CO" sz="2550" b="1" noProof="0" dirty="0">
                <a:solidFill>
                  <a:srgbClr val="FFFFFF"/>
                </a:solidFill>
                <a:latin typeface="Gill Sans MT"/>
                <a:ea typeface="Gill Sans MT"/>
                <a:cs typeface="Gill Sans MT"/>
              </a:rPr>
              <a:t>Interpretabilidad mediante SHAP</a:t>
            </a:r>
          </a:p>
        </p:txBody>
      </p:sp>
      <p:sp>
        <p:nvSpPr>
          <p:cNvPr id="3" name="Rectángulo 2">
            <a:extLst>
              <a:ext uri="{FF2B5EF4-FFF2-40B4-BE49-F238E27FC236}">
                <a16:creationId xmlns:a16="http://schemas.microsoft.com/office/drawing/2014/main" id="{32474D59-BC38-4D88-B6E9-666ABC6549CD}"/>
              </a:ext>
            </a:extLst>
          </p:cNvPr>
          <p:cNvSpPr>
            <a:spLocks noGrp="1"/>
          </p:cNvSpPr>
          <p:nvPr/>
        </p:nvSpPr>
        <p:spPr>
          <a:xfrm>
            <a:off x="857250" y="2133600"/>
            <a:ext cx="10620375" cy="3981450"/>
          </a:xfrm>
          <a:prstGeom prst="rect">
            <a:avLst/>
          </a:prstGeom>
          <a:solidFill>
            <a:srgbClr val="FFFFFF"/>
          </a:solidFill>
          <a:ln w="0">
            <a:noFill/>
          </a:ln>
        </p:spPr>
        <p:txBody>
          <a:bodyPr/>
          <a:lstStyle/>
          <a:p>
            <a:endParaRPr lang="es-CO" noProof="0" dirty="0"/>
          </a:p>
        </p:txBody>
      </p:sp>
      <p:sp>
        <p:nvSpPr>
          <p:cNvPr id="4" name="Rectángulo 3">
            <a:extLst>
              <a:ext uri="{FF2B5EF4-FFF2-40B4-BE49-F238E27FC236}">
                <a16:creationId xmlns:a16="http://schemas.microsoft.com/office/drawing/2014/main" id="{32D0F04C-18BE-4325-AD24-D212E19EB04A}"/>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   8/10</a:t>
            </a:r>
          </a:p>
        </p:txBody>
      </p:sp>
      <p:pic>
        <p:nvPicPr>
          <p:cNvPr id="13" name="Imagen 12"/>
          <p:cNvPicPr>
            <a:picLocks noChangeAspect="1"/>
          </p:cNvPicPr>
          <p:nvPr/>
        </p:nvPicPr>
        <p:blipFill>
          <a:blip r:embed="rId3"/>
          <a:stretch/>
        </p:blipFill>
        <p:spPr>
          <a:xfrm>
            <a:off x="1925909" y="2200275"/>
            <a:ext cx="4101558" cy="3857625"/>
          </a:xfrm>
          <a:prstGeom prst="rect">
            <a:avLst/>
          </a:prstGeom>
        </p:spPr>
      </p:pic>
      <p:sp>
        <p:nvSpPr>
          <p:cNvPr id="6" name="Rectángulo 5">
            <a:extLst>
              <a:ext uri="{FF2B5EF4-FFF2-40B4-BE49-F238E27FC236}">
                <a16:creationId xmlns:a16="http://schemas.microsoft.com/office/drawing/2014/main" id="{2251D361-470A-483F-BDDF-E61230CCABF6}"/>
              </a:ext>
            </a:extLst>
          </p:cNvPr>
          <p:cNvSpPr>
            <a:spLocks noGrp="1"/>
          </p:cNvSpPr>
          <p:nvPr/>
        </p:nvSpPr>
        <p:spPr>
          <a:xfrm>
            <a:off x="7219950" y="2505075"/>
            <a:ext cx="4048125" cy="714375"/>
          </a:xfrm>
          <a:prstGeom prst="rect">
            <a:avLst/>
          </a:prstGeom>
          <a:noFill/>
          <a:ln w="0">
            <a:noFill/>
          </a:ln>
        </p:spPr>
        <p:txBody>
          <a:bodyPr anchor="ctr">
            <a:noAutofit/>
          </a:bodyPr>
          <a:lstStyle/>
          <a:p>
            <a:pPr>
              <a:buNone/>
              <a:defRPr sz="2025" b="1">
                <a:solidFill>
                  <a:srgbClr val="0A2B4B"/>
                </a:solidFill>
                <a:latin typeface="Gill Sans MT"/>
                <a:ea typeface="Gill Sans MT"/>
                <a:cs typeface="Gill Sans MT"/>
              </a:defRPr>
            </a:pPr>
            <a:r>
              <a:rPr lang="es-CO" sz="2025" b="1" noProof="0" dirty="0">
                <a:solidFill>
                  <a:srgbClr val="0A2B4B"/>
                </a:solidFill>
                <a:latin typeface="Gill Sans MT"/>
                <a:ea typeface="Gill Sans MT"/>
                <a:cs typeface="Gill Sans MT"/>
              </a:rPr>
              <a:t>Principales contribuciones</a:t>
            </a:r>
          </a:p>
          <a:p>
            <a:pPr>
              <a:buNone/>
              <a:defRPr sz="2025" b="1">
                <a:solidFill>
                  <a:srgbClr val="0A2B4B"/>
                </a:solidFill>
                <a:latin typeface="Gill Sans MT"/>
                <a:ea typeface="Gill Sans MT"/>
                <a:cs typeface="Gill Sans MT"/>
              </a:defRPr>
            </a:pPr>
            <a:r>
              <a:rPr lang="es-CO" sz="2025" b="1" noProof="0" dirty="0">
                <a:solidFill>
                  <a:srgbClr val="0A2B4B"/>
                </a:solidFill>
                <a:latin typeface="Gill Sans MT"/>
                <a:ea typeface="Gill Sans MT"/>
                <a:cs typeface="Gill Sans MT"/>
              </a:rPr>
              <a:t>predictivas observadas</a:t>
            </a:r>
          </a:p>
        </p:txBody>
      </p:sp>
      <p:sp>
        <p:nvSpPr>
          <p:cNvPr id="7" name="Rectángulo 6">
            <a:extLst>
              <a:ext uri="{FF2B5EF4-FFF2-40B4-BE49-F238E27FC236}">
                <a16:creationId xmlns:a16="http://schemas.microsoft.com/office/drawing/2014/main" id="{E5B98631-0ED3-4859-B0C6-B3BA27B5EBE6}"/>
              </a:ext>
            </a:extLst>
          </p:cNvPr>
          <p:cNvSpPr>
            <a:spLocks noGrp="1"/>
          </p:cNvSpPr>
          <p:nvPr/>
        </p:nvSpPr>
        <p:spPr>
          <a:xfrm>
            <a:off x="7219950" y="3476625"/>
            <a:ext cx="4095750" cy="1714500"/>
          </a:xfrm>
          <a:prstGeom prst="rect">
            <a:avLst/>
          </a:prstGeom>
          <a:noFill/>
          <a:ln w="0">
            <a:noFill/>
          </a:ln>
        </p:spPr>
        <p:txBody>
          <a:bodyPr anchor="ctr">
            <a:noAutofit/>
          </a:bodyPr>
          <a:lstStyle/>
          <a:p>
            <a:pPr>
              <a:buNone/>
              <a:defRPr sz="1800" b="0">
                <a:solidFill>
                  <a:srgbClr val="0A2B4B"/>
                </a:solidFill>
                <a:latin typeface="Gill Sans MT"/>
                <a:ea typeface="Gill Sans MT"/>
                <a:cs typeface="Gill Sans MT"/>
              </a:defRPr>
            </a:pPr>
            <a:r>
              <a:rPr lang="es-CO" sz="1800" b="0" noProof="0" dirty="0">
                <a:solidFill>
                  <a:srgbClr val="0A2B4B"/>
                </a:solidFill>
                <a:latin typeface="Gill Sans MT"/>
                <a:ea typeface="Gill Sans MT"/>
                <a:cs typeface="Gill Sans MT"/>
              </a:rPr>
              <a:t>1. Rezago reciente del</a:t>
            </a:r>
          </a:p>
          <a:p>
            <a:pPr>
              <a:defRPr sz="1800" b="0">
                <a:solidFill>
                  <a:srgbClr val="0A2B4B"/>
                </a:solidFill>
                <a:latin typeface="Gill Sans MT"/>
                <a:ea typeface="Gill Sans MT"/>
                <a:cs typeface="Gill Sans MT"/>
              </a:defRPr>
            </a:pPr>
            <a:r>
              <a:rPr lang="es-CO" sz="1800" b="0" noProof="0" dirty="0">
                <a:solidFill>
                  <a:srgbClr val="0A2B4B"/>
                </a:solidFill>
                <a:latin typeface="Gill Sans MT"/>
                <a:ea typeface="Gill Sans MT"/>
                <a:cs typeface="Gill Sans MT"/>
              </a:rPr>
              <a:t>    PROMEDIO_GLOBAL</a:t>
            </a:r>
          </a:p>
          <a:p>
            <a:pPr>
              <a:buNone/>
              <a:defRPr sz="1800" b="0">
                <a:solidFill>
                  <a:srgbClr val="0A2B4B"/>
                </a:solidFill>
                <a:latin typeface="Gill Sans MT"/>
                <a:ea typeface="Gill Sans MT"/>
                <a:cs typeface="Gill Sans MT"/>
              </a:defRPr>
            </a:pPr>
            <a:r>
              <a:rPr lang="es-CO" sz="1800" b="0" noProof="0" dirty="0">
                <a:solidFill>
                  <a:srgbClr val="0A2B4B"/>
                </a:solidFill>
                <a:latin typeface="Gill Sans MT"/>
                <a:ea typeface="Gill Sans MT"/>
                <a:cs typeface="Gill Sans MT"/>
              </a:rPr>
              <a:t>2. Segundo rezago global</a:t>
            </a:r>
          </a:p>
          <a:p>
            <a:pPr>
              <a:defRPr sz="1800" b="0">
                <a:solidFill>
                  <a:srgbClr val="0A2B4B"/>
                </a:solidFill>
                <a:latin typeface="Gill Sans MT"/>
                <a:ea typeface="Gill Sans MT"/>
                <a:cs typeface="Gill Sans MT"/>
              </a:defRPr>
            </a:pPr>
            <a:r>
              <a:rPr lang="es-CO" sz="1800" b="0" noProof="0" dirty="0">
                <a:solidFill>
                  <a:srgbClr val="0A2B4B"/>
                </a:solidFill>
                <a:latin typeface="Gill Sans MT"/>
                <a:ea typeface="Gill Sans MT"/>
                <a:cs typeface="Gill Sans MT"/>
              </a:rPr>
              <a:t>3. Rezago de la prueba</a:t>
            </a:r>
          </a:p>
        </p:txBody>
      </p:sp>
      <p:sp>
        <p:nvSpPr>
          <p:cNvPr id="8" name="Rectángulo 7">
            <a:extLst>
              <a:ext uri="{FF2B5EF4-FFF2-40B4-BE49-F238E27FC236}">
                <a16:creationId xmlns:a16="http://schemas.microsoft.com/office/drawing/2014/main" id="{27F5BDA4-2237-4FF6-BE45-7B4F35AA0796}"/>
              </a:ext>
            </a:extLst>
          </p:cNvPr>
          <p:cNvSpPr>
            <a:spLocks noGrp="1"/>
          </p:cNvSpPr>
          <p:nvPr/>
        </p:nvSpPr>
        <p:spPr>
          <a:xfrm>
            <a:off x="7219950" y="5295900"/>
            <a:ext cx="4095750" cy="628650"/>
          </a:xfrm>
          <a:prstGeom prst="rect">
            <a:avLst/>
          </a:prstGeom>
          <a:noFill/>
          <a:ln w="0">
            <a:noFill/>
          </a:ln>
        </p:spPr>
        <p:txBody>
          <a:bodyPr anchor="ctr">
            <a:noAutofit/>
          </a:bodyPr>
          <a:lstStyle/>
          <a:p>
            <a:pPr>
              <a:buNone/>
              <a:defRPr sz="1725" b="0">
                <a:solidFill>
                  <a:srgbClr val="0A2B4B"/>
                </a:solidFill>
                <a:latin typeface="Gill Sans MT"/>
                <a:ea typeface="Gill Sans MT"/>
                <a:cs typeface="Gill Sans MT"/>
              </a:defRPr>
            </a:pPr>
            <a:r>
              <a:rPr lang="es-CO" sz="1725" b="0" noProof="0" dirty="0">
                <a:solidFill>
                  <a:srgbClr val="0A2B4B"/>
                </a:solidFill>
                <a:latin typeface="Gill Sans MT"/>
                <a:ea typeface="Gill Sans MT"/>
                <a:cs typeface="Gill Sans MT"/>
              </a:rPr>
              <a:t>SHAP describe contribuciones</a:t>
            </a:r>
          </a:p>
          <a:p>
            <a:pPr>
              <a:buNone/>
              <a:defRPr sz="1725" b="0">
                <a:solidFill>
                  <a:srgbClr val="0A2B4B"/>
                </a:solidFill>
                <a:latin typeface="Gill Sans MT"/>
                <a:ea typeface="Gill Sans MT"/>
                <a:cs typeface="Gill Sans MT"/>
              </a:defRPr>
            </a:pPr>
            <a:r>
              <a:rPr lang="es-CO" sz="1725" b="0" noProof="0" dirty="0">
                <a:solidFill>
                  <a:srgbClr val="0A2B4B"/>
                </a:solidFill>
                <a:latin typeface="Gill Sans MT"/>
                <a:ea typeface="Gill Sans MT"/>
                <a:cs typeface="Gill Sans MT"/>
              </a:rPr>
              <a:t>a la predicción, sin causalidad.</a:t>
            </a:r>
          </a:p>
        </p:txBody>
      </p:sp>
    </p:spTree>
    <p:extLst>
      <p:ext uri="{BB962C8B-B14F-4D97-AF65-F5344CB8AC3E}">
        <p14:creationId xmlns:p14="http://schemas.microsoft.com/office/powerpoint/2010/main" val="1985617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4FB86C16-7037-400B-B97D-352C5DFEB8C8}"/>
              </a:ext>
            </a:extLst>
          </p:cNvPr>
          <p:cNvSpPr>
            <a:spLocks noGrp="1"/>
          </p:cNvSpPr>
          <p:nvPr/>
        </p:nvSpPr>
        <p:spPr>
          <a:xfrm>
            <a:off x="857250" y="1409700"/>
            <a:ext cx="10620375" cy="619125"/>
          </a:xfrm>
          <a:prstGeom prst="rect">
            <a:avLst/>
          </a:prstGeom>
          <a:solidFill>
            <a:srgbClr val="0A2B4B"/>
          </a:solidFill>
          <a:ln w="0">
            <a:noFill/>
          </a:ln>
        </p:spPr>
        <p:txBody>
          <a:bodyPr/>
          <a:lstStyle/>
          <a:p>
            <a:endParaRPr lang="es-CO" noProof="0" dirty="0"/>
          </a:p>
        </p:txBody>
      </p:sp>
      <p:sp>
        <p:nvSpPr>
          <p:cNvPr id="2" name="Rectángulo 1">
            <a:extLst>
              <a:ext uri="{FF2B5EF4-FFF2-40B4-BE49-F238E27FC236}">
                <a16:creationId xmlns:a16="http://schemas.microsoft.com/office/drawing/2014/main" id="{65FD3DA2-E806-45C7-ACA6-DF93F6C717C0}"/>
              </a:ext>
            </a:extLst>
          </p:cNvPr>
          <p:cNvSpPr>
            <a:spLocks noGrp="1"/>
          </p:cNvSpPr>
          <p:nvPr/>
        </p:nvSpPr>
        <p:spPr>
          <a:xfrm>
            <a:off x="1009650" y="1457325"/>
            <a:ext cx="10287000" cy="504825"/>
          </a:xfrm>
          <a:prstGeom prst="rect">
            <a:avLst/>
          </a:prstGeom>
          <a:noFill/>
          <a:ln w="0">
            <a:noFill/>
          </a:ln>
        </p:spPr>
        <p:txBody>
          <a:bodyPr anchor="ctr">
            <a:noAutofit/>
          </a:bodyPr>
          <a:lstStyle/>
          <a:p>
            <a:pPr>
              <a:buNone/>
              <a:defRPr sz="2550" b="1">
                <a:solidFill>
                  <a:srgbClr val="FFFFFF"/>
                </a:solidFill>
                <a:latin typeface="Gill Sans MT"/>
                <a:ea typeface="Gill Sans MT"/>
                <a:cs typeface="Gill Sans MT"/>
              </a:defRPr>
            </a:pPr>
            <a:r>
              <a:rPr lang="es-CO" sz="2550" b="1" noProof="0" dirty="0">
                <a:solidFill>
                  <a:srgbClr val="FFFFFF"/>
                </a:solidFill>
                <a:latin typeface="Gill Sans MT"/>
                <a:ea typeface="Gill Sans MT"/>
                <a:cs typeface="Gill Sans MT"/>
              </a:rPr>
              <a:t>Análisis de error y limitaciones</a:t>
            </a:r>
          </a:p>
        </p:txBody>
      </p:sp>
      <p:sp>
        <p:nvSpPr>
          <p:cNvPr id="3" name="Rectángulo 2">
            <a:extLst>
              <a:ext uri="{FF2B5EF4-FFF2-40B4-BE49-F238E27FC236}">
                <a16:creationId xmlns:a16="http://schemas.microsoft.com/office/drawing/2014/main" id="{DB57CF5C-72EA-4004-A1B1-AC245EC76962}"/>
              </a:ext>
            </a:extLst>
          </p:cNvPr>
          <p:cNvSpPr>
            <a:spLocks noGrp="1"/>
          </p:cNvSpPr>
          <p:nvPr/>
        </p:nvSpPr>
        <p:spPr>
          <a:xfrm>
            <a:off x="857250" y="2133600"/>
            <a:ext cx="10620375" cy="3981450"/>
          </a:xfrm>
          <a:prstGeom prst="rect">
            <a:avLst/>
          </a:prstGeom>
          <a:solidFill>
            <a:srgbClr val="FFFFFF"/>
          </a:solidFill>
          <a:ln w="0">
            <a:noFill/>
          </a:ln>
        </p:spPr>
        <p:txBody>
          <a:bodyPr/>
          <a:lstStyle/>
          <a:p>
            <a:endParaRPr lang="es-CO" noProof="0" dirty="0"/>
          </a:p>
        </p:txBody>
      </p:sp>
      <p:sp>
        <p:nvSpPr>
          <p:cNvPr id="4" name="Rectángulo 3">
            <a:extLst>
              <a:ext uri="{FF2B5EF4-FFF2-40B4-BE49-F238E27FC236}">
                <a16:creationId xmlns:a16="http://schemas.microsoft.com/office/drawing/2014/main" id="{CEDBA89F-658B-4837-96B1-E89C61310A4B}"/>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   9/10</a:t>
            </a:r>
          </a:p>
        </p:txBody>
      </p:sp>
      <p:pic>
        <p:nvPicPr>
          <p:cNvPr id="13" name="Imagen 12"/>
          <p:cNvPicPr>
            <a:picLocks noChangeAspect="1"/>
          </p:cNvPicPr>
          <p:nvPr/>
        </p:nvPicPr>
        <p:blipFill>
          <a:blip r:embed="rId3"/>
          <a:stretch/>
        </p:blipFill>
        <p:spPr>
          <a:xfrm>
            <a:off x="1792346" y="2219325"/>
            <a:ext cx="4321057" cy="3762375"/>
          </a:xfrm>
          <a:prstGeom prst="rect">
            <a:avLst/>
          </a:prstGeom>
        </p:spPr>
      </p:pic>
      <p:sp>
        <p:nvSpPr>
          <p:cNvPr id="6" name="Rectángulo 5">
            <a:extLst>
              <a:ext uri="{FF2B5EF4-FFF2-40B4-BE49-F238E27FC236}">
                <a16:creationId xmlns:a16="http://schemas.microsoft.com/office/drawing/2014/main" id="{5F1AD576-D2CF-441B-985B-495D05844DE4}"/>
              </a:ext>
            </a:extLst>
          </p:cNvPr>
          <p:cNvSpPr>
            <a:spLocks noGrp="1"/>
          </p:cNvSpPr>
          <p:nvPr/>
        </p:nvSpPr>
        <p:spPr>
          <a:xfrm>
            <a:off x="7143750" y="2371725"/>
            <a:ext cx="4191000" cy="400050"/>
          </a:xfrm>
          <a:prstGeom prst="rect">
            <a:avLst/>
          </a:prstGeom>
          <a:noFill/>
          <a:ln w="0">
            <a:noFill/>
          </a:ln>
        </p:spPr>
        <p:txBody>
          <a:bodyPr anchor="ctr">
            <a:noAutofit/>
          </a:bodyPr>
          <a:lstStyle/>
          <a:p>
            <a:pPr>
              <a:buNone/>
              <a:defRPr sz="2025" b="1">
                <a:solidFill>
                  <a:srgbClr val="0A2B4B"/>
                </a:solidFill>
                <a:latin typeface="Gill Sans MT"/>
                <a:ea typeface="Gill Sans MT"/>
                <a:cs typeface="Gill Sans MT"/>
              </a:defRPr>
            </a:pPr>
            <a:r>
              <a:rPr lang="es-CO" sz="2025" b="1" noProof="0" dirty="0">
                <a:solidFill>
                  <a:srgbClr val="0A2B4B"/>
                </a:solidFill>
                <a:latin typeface="Gill Sans MT"/>
                <a:ea typeface="Gill Sans MT"/>
                <a:cs typeface="Gill Sans MT"/>
              </a:rPr>
              <a:t>RMSE por departamento</a:t>
            </a:r>
          </a:p>
        </p:txBody>
      </p:sp>
      <p:sp>
        <p:nvSpPr>
          <p:cNvPr id="7" name="Rectángulo 6">
            <a:extLst>
              <a:ext uri="{FF2B5EF4-FFF2-40B4-BE49-F238E27FC236}">
                <a16:creationId xmlns:a16="http://schemas.microsoft.com/office/drawing/2014/main" id="{61EA9A1D-CD87-4205-8031-054F15AD07C5}"/>
              </a:ext>
            </a:extLst>
          </p:cNvPr>
          <p:cNvSpPr>
            <a:spLocks noGrp="1"/>
          </p:cNvSpPr>
          <p:nvPr/>
        </p:nvSpPr>
        <p:spPr>
          <a:xfrm>
            <a:off x="7143750" y="2895600"/>
            <a:ext cx="4286250" cy="1047750"/>
          </a:xfrm>
          <a:prstGeom prst="rect">
            <a:avLst/>
          </a:prstGeom>
          <a:noFill/>
          <a:ln w="0">
            <a:noFill/>
          </a:ln>
        </p:spPr>
        <p:txBody>
          <a:bodyPr anchor="ctr">
            <a:noAutofit/>
          </a:bodyPr>
          <a:lstStyle/>
          <a:p>
            <a:pPr>
              <a:buNone/>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Sucre          ≈13 puntos</a:t>
            </a:r>
          </a:p>
          <a:p>
            <a:pPr>
              <a:buNone/>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Chocó         ≈12 puntos</a:t>
            </a:r>
          </a:p>
          <a:p>
            <a:pPr>
              <a:buNone/>
              <a:defRPr sz="1800" b="0">
                <a:solidFill>
                  <a:srgbClr val="0A2B4B"/>
                </a:solidFill>
                <a:latin typeface="Gill Sans MT"/>
                <a:ea typeface="Gill Sans MT"/>
                <a:cs typeface="Gill Sans MT"/>
              </a:defRPr>
            </a:pPr>
            <a:r>
              <a:rPr sz="1800" b="0">
                <a:solidFill>
                  <a:srgbClr val="0A2B4B"/>
                </a:solidFill>
                <a:latin typeface="Gill Sans MT"/>
                <a:ea typeface="Gill Sans MT"/>
                <a:cs typeface="Gill Sans MT"/>
              </a:rPr>
              <a:t>Putumayo   ≈11 puntos</a:t>
            </a:r>
          </a:p>
        </p:txBody>
      </p:sp>
      <p:sp>
        <p:nvSpPr>
          <p:cNvPr id="8" name="Rectángulo 7">
            <a:extLst>
              <a:ext uri="{FF2B5EF4-FFF2-40B4-BE49-F238E27FC236}">
                <a16:creationId xmlns:a16="http://schemas.microsoft.com/office/drawing/2014/main" id="{B94FEA67-9124-479E-A4F2-607093740135}"/>
              </a:ext>
            </a:extLst>
          </p:cNvPr>
          <p:cNvSpPr>
            <a:spLocks noGrp="1"/>
          </p:cNvSpPr>
          <p:nvPr/>
        </p:nvSpPr>
        <p:spPr>
          <a:xfrm>
            <a:off x="7143750" y="4210050"/>
            <a:ext cx="4191000" cy="1638300"/>
          </a:xfrm>
          <a:prstGeom prst="rect">
            <a:avLst/>
          </a:prstGeom>
          <a:noFill/>
          <a:ln w="0">
            <a:noFill/>
          </a:ln>
        </p:spPr>
        <p:txBody>
          <a:bodyPr anchor="ctr">
            <a:noAutofit/>
          </a:bodyPr>
          <a:lstStyle/>
          <a:p>
            <a:pPr>
              <a:buNone/>
              <a:defRPr sz="1725" b="0">
                <a:solidFill>
                  <a:srgbClr val="0A2B4B"/>
                </a:solidFill>
                <a:latin typeface="Gill Sans MT"/>
                <a:ea typeface="Gill Sans MT"/>
                <a:cs typeface="Gill Sans MT"/>
              </a:defRPr>
            </a:pPr>
            <a:r>
              <a:rPr lang="es-CO" sz="1725" b="0" noProof="0" dirty="0">
                <a:solidFill>
                  <a:srgbClr val="0A2B4B"/>
                </a:solidFill>
                <a:latin typeface="Gill Sans MT"/>
                <a:ea typeface="Gill Sans MT"/>
                <a:cs typeface="Gill Sans MT"/>
              </a:rPr>
              <a:t>Un único año de prueba</a:t>
            </a:r>
          </a:p>
          <a:p>
            <a:pPr>
              <a:buNone/>
              <a:defRPr sz="1725" b="0">
                <a:solidFill>
                  <a:srgbClr val="0A2B4B"/>
                </a:solidFill>
                <a:latin typeface="Gill Sans MT"/>
                <a:ea typeface="Gill Sans MT"/>
                <a:cs typeface="Gill Sans MT"/>
              </a:defRPr>
            </a:pPr>
            <a:r>
              <a:rPr lang="es-CO" sz="1725" b="0" noProof="0" dirty="0">
                <a:solidFill>
                  <a:srgbClr val="0A2B4B"/>
                </a:solidFill>
                <a:latin typeface="Gill Sans MT"/>
                <a:ea typeface="Gill Sans MT"/>
                <a:cs typeface="Gill Sans MT"/>
              </a:rPr>
              <a:t>Datos agregados, sin covariables</a:t>
            </a:r>
          </a:p>
          <a:p>
            <a:pPr>
              <a:buNone/>
              <a:defRPr sz="1725" b="0">
                <a:solidFill>
                  <a:srgbClr val="0A2B4B"/>
                </a:solidFill>
                <a:latin typeface="Gill Sans MT"/>
                <a:ea typeface="Gill Sans MT"/>
                <a:cs typeface="Gill Sans MT"/>
              </a:defRPr>
            </a:pPr>
            <a:r>
              <a:rPr lang="es-CO" sz="1725" b="0" noProof="0" dirty="0">
                <a:solidFill>
                  <a:srgbClr val="0A2B4B"/>
                </a:solidFill>
                <a:latin typeface="Gill Sans MT"/>
                <a:ea typeface="Gill Sans MT"/>
                <a:cs typeface="Gill Sans MT"/>
              </a:rPr>
              <a:t>socioeconómicas</a:t>
            </a:r>
          </a:p>
          <a:p>
            <a:pPr>
              <a:buNone/>
              <a:defRPr sz="1725" b="0">
                <a:solidFill>
                  <a:srgbClr val="0A2B4B"/>
                </a:solidFill>
                <a:latin typeface="Gill Sans MT"/>
                <a:ea typeface="Gill Sans MT"/>
                <a:cs typeface="Gill Sans MT"/>
              </a:defRPr>
            </a:pPr>
            <a:r>
              <a:rPr lang="es-CO" sz="1725" b="0" noProof="0" dirty="0">
                <a:solidFill>
                  <a:srgbClr val="0A2B4B"/>
                </a:solidFill>
                <a:latin typeface="Gill Sans MT"/>
                <a:ea typeface="Gill Sans MT"/>
                <a:cs typeface="Gill Sans MT"/>
              </a:rPr>
              <a:t>Heterogeneidad del error</a:t>
            </a:r>
          </a:p>
          <a:p>
            <a:pPr>
              <a:buNone/>
              <a:defRPr sz="1725" b="0">
                <a:solidFill>
                  <a:srgbClr val="0A2B4B"/>
                </a:solidFill>
                <a:latin typeface="Gill Sans MT"/>
                <a:ea typeface="Gill Sans MT"/>
                <a:cs typeface="Gill Sans MT"/>
              </a:defRPr>
            </a:pPr>
            <a:r>
              <a:rPr lang="es-CO" sz="1725" b="0" noProof="0" dirty="0">
                <a:solidFill>
                  <a:srgbClr val="0A2B4B"/>
                </a:solidFill>
                <a:latin typeface="Gill Sans MT"/>
                <a:ea typeface="Gill Sans MT"/>
                <a:cs typeface="Gill Sans MT"/>
              </a:rPr>
              <a:t>entre grupos</a:t>
            </a:r>
          </a:p>
        </p:txBody>
      </p:sp>
    </p:spTree>
    <p:extLst>
      <p:ext uri="{BB962C8B-B14F-4D97-AF65-F5344CB8AC3E}">
        <p14:creationId xmlns:p14="http://schemas.microsoft.com/office/powerpoint/2010/main" val="349653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EB46A844-DD42-4C4B-A705-2C6FBD76E30B}"/>
              </a:ext>
            </a:extLst>
          </p:cNvPr>
          <p:cNvSpPr>
            <a:spLocks noGrp="1"/>
          </p:cNvSpPr>
          <p:nvPr/>
        </p:nvSpPr>
        <p:spPr>
          <a:xfrm>
            <a:off x="857250" y="1409700"/>
            <a:ext cx="10620375" cy="619125"/>
          </a:xfrm>
          <a:prstGeom prst="rect">
            <a:avLst/>
          </a:prstGeom>
          <a:solidFill>
            <a:srgbClr val="0A2B4B"/>
          </a:solidFill>
          <a:ln w="0">
            <a:noFill/>
          </a:ln>
        </p:spPr>
        <p:txBody>
          <a:bodyPr/>
          <a:lstStyle/>
          <a:p>
            <a:endParaRPr lang="es-CO" noProof="0" dirty="0"/>
          </a:p>
        </p:txBody>
      </p:sp>
      <p:sp>
        <p:nvSpPr>
          <p:cNvPr id="2" name="Rectángulo 1">
            <a:extLst>
              <a:ext uri="{FF2B5EF4-FFF2-40B4-BE49-F238E27FC236}">
                <a16:creationId xmlns:a16="http://schemas.microsoft.com/office/drawing/2014/main" id="{994A5007-4690-4887-B9C2-188F2DE4A277}"/>
              </a:ext>
            </a:extLst>
          </p:cNvPr>
          <p:cNvSpPr>
            <a:spLocks noGrp="1"/>
          </p:cNvSpPr>
          <p:nvPr/>
        </p:nvSpPr>
        <p:spPr>
          <a:xfrm>
            <a:off x="1009650" y="1457325"/>
            <a:ext cx="10287000" cy="504825"/>
          </a:xfrm>
          <a:prstGeom prst="rect">
            <a:avLst/>
          </a:prstGeom>
          <a:noFill/>
          <a:ln w="0">
            <a:noFill/>
          </a:ln>
        </p:spPr>
        <p:txBody>
          <a:bodyPr anchor="ctr">
            <a:noAutofit/>
          </a:bodyPr>
          <a:lstStyle/>
          <a:p>
            <a:pPr>
              <a:buNone/>
              <a:defRPr sz="2550" b="1">
                <a:solidFill>
                  <a:srgbClr val="FFFFFF"/>
                </a:solidFill>
                <a:latin typeface="Gill Sans MT"/>
                <a:ea typeface="Gill Sans MT"/>
                <a:cs typeface="Gill Sans MT"/>
              </a:defRPr>
            </a:pPr>
            <a:r>
              <a:rPr lang="es-CO" sz="2550" b="1" noProof="0" dirty="0">
                <a:solidFill>
                  <a:srgbClr val="FFFFFF"/>
                </a:solidFill>
                <a:latin typeface="Gill Sans MT"/>
                <a:ea typeface="Gill Sans MT"/>
                <a:cs typeface="Gill Sans MT"/>
              </a:rPr>
              <a:t>Conclusiones</a:t>
            </a:r>
          </a:p>
        </p:txBody>
      </p:sp>
      <p:sp>
        <p:nvSpPr>
          <p:cNvPr id="3" name="Rectángulo 2">
            <a:extLst>
              <a:ext uri="{FF2B5EF4-FFF2-40B4-BE49-F238E27FC236}">
                <a16:creationId xmlns:a16="http://schemas.microsoft.com/office/drawing/2014/main" id="{AD9A9507-7727-4924-8082-1A13431652B2}"/>
              </a:ext>
            </a:extLst>
          </p:cNvPr>
          <p:cNvSpPr>
            <a:spLocks noGrp="1"/>
          </p:cNvSpPr>
          <p:nvPr/>
        </p:nvSpPr>
        <p:spPr>
          <a:xfrm>
            <a:off x="857250" y="2133600"/>
            <a:ext cx="10620375" cy="3981450"/>
          </a:xfrm>
          <a:prstGeom prst="rect">
            <a:avLst/>
          </a:prstGeom>
          <a:solidFill>
            <a:srgbClr val="FFFFFF"/>
          </a:solidFill>
          <a:ln w="0">
            <a:noFill/>
          </a:ln>
        </p:spPr>
        <p:txBody>
          <a:bodyPr/>
          <a:lstStyle/>
          <a:p>
            <a:endParaRPr lang="es-CO" noProof="0" dirty="0"/>
          </a:p>
        </p:txBody>
      </p:sp>
      <p:sp>
        <p:nvSpPr>
          <p:cNvPr id="4" name="Rectángulo 3">
            <a:extLst>
              <a:ext uri="{FF2B5EF4-FFF2-40B4-BE49-F238E27FC236}">
                <a16:creationId xmlns:a16="http://schemas.microsoft.com/office/drawing/2014/main" id="{5F8534A4-0842-4C34-8DDF-5E73E4B5FA52}"/>
              </a:ext>
            </a:extLst>
          </p:cNvPr>
          <p:cNvSpPr>
            <a:spLocks noGrp="1"/>
          </p:cNvSpPr>
          <p:nvPr/>
        </p:nvSpPr>
        <p:spPr>
          <a:xfrm>
            <a:off x="1571625" y="6286500"/>
            <a:ext cx="9810750" cy="285750"/>
          </a:xfrm>
          <a:prstGeom prst="rect">
            <a:avLst/>
          </a:prstGeom>
          <a:noFill/>
          <a:ln w="0">
            <a:noFill/>
          </a:ln>
        </p:spPr>
        <p:txBody>
          <a:bodyPr anchor="ctr">
            <a:noAutofit/>
          </a:bodyPr>
          <a:lstStyle/>
          <a:p>
            <a:pPr>
              <a:buNone/>
              <a:defRPr sz="1275" b="0">
                <a:solidFill>
                  <a:srgbClr val="FFFFFF"/>
                </a:solidFill>
                <a:latin typeface="Gill Sans MT"/>
                <a:ea typeface="Gill Sans MT"/>
                <a:cs typeface="Gill Sans MT"/>
              </a:defRPr>
            </a:pPr>
            <a:r>
              <a:rPr lang="es-CO" sz="1275" b="0" noProof="0" dirty="0">
                <a:solidFill>
                  <a:srgbClr val="FFFFFF"/>
                </a:solidFill>
                <a:latin typeface="Gill Sans MT"/>
                <a:ea typeface="Gill Sans MT"/>
                <a:cs typeface="Gill Sans MT"/>
              </a:rPr>
              <a:t>ENSIU 2026   10/10</a:t>
            </a:r>
          </a:p>
        </p:txBody>
      </p:sp>
      <p:sp>
        <p:nvSpPr>
          <p:cNvPr id="5" name="Rectángulo 4">
            <a:extLst>
              <a:ext uri="{FF2B5EF4-FFF2-40B4-BE49-F238E27FC236}">
                <a16:creationId xmlns:a16="http://schemas.microsoft.com/office/drawing/2014/main" id="{02D10592-516B-4121-89BC-71CF5F67FCEA}"/>
              </a:ext>
            </a:extLst>
          </p:cNvPr>
          <p:cNvSpPr>
            <a:spLocks noGrp="1"/>
          </p:cNvSpPr>
          <p:nvPr/>
        </p:nvSpPr>
        <p:spPr>
          <a:xfrm>
            <a:off x="1181100" y="2390775"/>
            <a:ext cx="9429750" cy="409575"/>
          </a:xfrm>
          <a:prstGeom prst="rect">
            <a:avLst/>
          </a:prstGeom>
          <a:noFill/>
          <a:ln w="0">
            <a:noFill/>
          </a:ln>
        </p:spPr>
        <p:txBody>
          <a:bodyPr anchor="ctr">
            <a:noAutofit/>
          </a:bodyPr>
          <a:lstStyle/>
          <a:p>
            <a:pPr>
              <a:buNone/>
              <a:defRPr sz="2100" b="1">
                <a:solidFill>
                  <a:srgbClr val="0A2B4B"/>
                </a:solidFill>
                <a:latin typeface="Gill Sans MT"/>
                <a:ea typeface="Gill Sans MT"/>
                <a:cs typeface="Gill Sans MT"/>
              </a:defRPr>
            </a:pPr>
            <a:endParaRPr lang="es-CO" noProof="0" dirty="0"/>
          </a:p>
        </p:txBody>
      </p:sp>
      <p:sp>
        <p:nvSpPr>
          <p:cNvPr id="6" name="Rectángulo 5">
            <a:extLst>
              <a:ext uri="{FF2B5EF4-FFF2-40B4-BE49-F238E27FC236}">
                <a16:creationId xmlns:a16="http://schemas.microsoft.com/office/drawing/2014/main" id="{C384FBAD-D4CB-43D1-8731-FE8F0FA47731}"/>
              </a:ext>
            </a:extLst>
          </p:cNvPr>
          <p:cNvSpPr>
            <a:spLocks noGrp="1"/>
          </p:cNvSpPr>
          <p:nvPr/>
        </p:nvSpPr>
        <p:spPr>
          <a:xfrm>
            <a:off x="1181100" y="2524125"/>
            <a:ext cx="9810750" cy="809625"/>
          </a:xfrm>
          <a:prstGeom prst="rect">
            <a:avLst/>
          </a:prstGeom>
          <a:noFill/>
          <a:ln w="0">
            <a:noFill/>
          </a:ln>
        </p:spPr>
        <p:txBody>
          <a:bodyPr anchor="ctr">
            <a:noAutofit/>
          </a:bodyPr>
          <a:lstStyle/>
          <a:p>
            <a:pPr>
              <a:buNone/>
              <a:defRPr sz="2175" b="0">
                <a:solidFill>
                  <a:srgbClr val="0A2B4B"/>
                </a:solidFill>
                <a:latin typeface="Gill Sans MT"/>
                <a:ea typeface="Gill Sans MT"/>
                <a:cs typeface="Gill Sans MT"/>
              </a:defRPr>
            </a:pPr>
            <a:r>
              <a:rPr lang="es-CO" sz="2175" b="0" noProof="0" dirty="0">
                <a:solidFill>
                  <a:srgbClr val="0A2B4B"/>
                </a:solidFill>
                <a:latin typeface="Gill Sans MT"/>
                <a:ea typeface="Gill Sans MT"/>
                <a:cs typeface="Gill Sans MT"/>
              </a:rPr>
              <a:t>1. </a:t>
            </a:r>
            <a:r>
              <a:rPr lang="es-CO" sz="2175" b="0" noProof="0" dirty="0" err="1">
                <a:solidFill>
                  <a:srgbClr val="0A2B4B"/>
                </a:solidFill>
                <a:latin typeface="Gill Sans MT"/>
                <a:ea typeface="Gill Sans MT"/>
                <a:cs typeface="Gill Sans MT"/>
              </a:rPr>
              <a:t>LightGBM</a:t>
            </a:r>
            <a:r>
              <a:rPr lang="es-CO" sz="2175" b="0" noProof="0" dirty="0">
                <a:solidFill>
                  <a:srgbClr val="0A2B4B"/>
                </a:solidFill>
                <a:latin typeface="Gill Sans MT"/>
                <a:ea typeface="Gill Sans MT"/>
                <a:cs typeface="Gill Sans MT"/>
              </a:rPr>
              <a:t> alcanzó RMSE 9,33 y R² 0,706</a:t>
            </a:r>
          </a:p>
          <a:p>
            <a:pPr>
              <a:buNone/>
              <a:defRPr sz="2175" b="0">
                <a:solidFill>
                  <a:srgbClr val="0A2B4B"/>
                </a:solidFill>
                <a:latin typeface="Gill Sans MT"/>
                <a:ea typeface="Gill Sans MT"/>
                <a:cs typeface="Gill Sans MT"/>
              </a:defRPr>
            </a:pPr>
            <a:r>
              <a:rPr lang="es-CO" sz="2175" b="0" noProof="0" dirty="0">
                <a:solidFill>
                  <a:srgbClr val="0A2B4B"/>
                </a:solidFill>
                <a:latin typeface="Gill Sans MT"/>
                <a:ea typeface="Gill Sans MT"/>
                <a:cs typeface="Gill Sans MT"/>
              </a:rPr>
              <a:t>    en el test 2024.</a:t>
            </a:r>
          </a:p>
        </p:txBody>
      </p:sp>
      <p:sp>
        <p:nvSpPr>
          <p:cNvPr id="7" name="Rectángulo 6">
            <a:extLst>
              <a:ext uri="{FF2B5EF4-FFF2-40B4-BE49-F238E27FC236}">
                <a16:creationId xmlns:a16="http://schemas.microsoft.com/office/drawing/2014/main" id="{6B2A8B7F-F3CF-4376-A84C-2FF6E534328A}"/>
              </a:ext>
            </a:extLst>
          </p:cNvPr>
          <p:cNvSpPr>
            <a:spLocks noGrp="1"/>
          </p:cNvSpPr>
          <p:nvPr/>
        </p:nvSpPr>
        <p:spPr>
          <a:xfrm>
            <a:off x="1181100" y="3533775"/>
            <a:ext cx="9810750" cy="381000"/>
          </a:xfrm>
          <a:prstGeom prst="rect">
            <a:avLst/>
          </a:prstGeom>
          <a:noFill/>
          <a:ln w="0">
            <a:noFill/>
          </a:ln>
        </p:spPr>
        <p:txBody>
          <a:bodyPr anchor="ctr">
            <a:noAutofit/>
          </a:bodyPr>
          <a:lstStyle/>
          <a:p>
            <a:pPr>
              <a:buNone/>
              <a:defRPr sz="2100" b="1">
                <a:solidFill>
                  <a:srgbClr val="0A2B4B"/>
                </a:solidFill>
                <a:latin typeface="Gill Sans MT"/>
                <a:ea typeface="Gill Sans MT"/>
                <a:cs typeface="Gill Sans MT"/>
              </a:defRPr>
            </a:pPr>
            <a:endParaRPr lang="es-CO" noProof="0" dirty="0"/>
          </a:p>
        </p:txBody>
      </p:sp>
      <p:sp>
        <p:nvSpPr>
          <p:cNvPr id="8" name="Rectángulo 7">
            <a:extLst>
              <a:ext uri="{FF2B5EF4-FFF2-40B4-BE49-F238E27FC236}">
                <a16:creationId xmlns:a16="http://schemas.microsoft.com/office/drawing/2014/main" id="{2550646A-92A2-4D7B-998B-63DD694B9460}"/>
              </a:ext>
            </a:extLst>
          </p:cNvPr>
          <p:cNvSpPr>
            <a:spLocks noGrp="1"/>
          </p:cNvSpPr>
          <p:nvPr/>
        </p:nvSpPr>
        <p:spPr>
          <a:xfrm>
            <a:off x="1181100" y="3476625"/>
            <a:ext cx="9810750" cy="809625"/>
          </a:xfrm>
          <a:prstGeom prst="rect">
            <a:avLst/>
          </a:prstGeom>
          <a:noFill/>
          <a:ln w="0">
            <a:noFill/>
          </a:ln>
        </p:spPr>
        <p:txBody>
          <a:bodyPr anchor="ctr">
            <a:noAutofit/>
          </a:bodyPr>
          <a:lstStyle/>
          <a:p>
            <a:pPr>
              <a:buNone/>
              <a:defRPr sz="2175" b="0">
                <a:solidFill>
                  <a:srgbClr val="0A2B4B"/>
                </a:solidFill>
                <a:latin typeface="Gill Sans MT"/>
                <a:ea typeface="Gill Sans MT"/>
                <a:cs typeface="Gill Sans MT"/>
              </a:defRPr>
            </a:pPr>
            <a:r>
              <a:rPr lang="es-CO" sz="2175" b="0" noProof="0" dirty="0">
                <a:solidFill>
                  <a:srgbClr val="0A2B4B"/>
                </a:solidFill>
                <a:latin typeface="Gill Sans MT"/>
                <a:ea typeface="Gill Sans MT"/>
                <a:cs typeface="Gill Sans MT"/>
              </a:rPr>
              <a:t>2. Los rezagos históricos contienen la mayor</a:t>
            </a:r>
          </a:p>
          <a:p>
            <a:pPr>
              <a:buNone/>
              <a:defRPr sz="2175" b="0">
                <a:solidFill>
                  <a:srgbClr val="0A2B4B"/>
                </a:solidFill>
                <a:latin typeface="Gill Sans MT"/>
                <a:ea typeface="Gill Sans MT"/>
                <a:cs typeface="Gill Sans MT"/>
              </a:defRPr>
            </a:pPr>
            <a:r>
              <a:rPr lang="es-CO" sz="2175" b="0" noProof="0" dirty="0">
                <a:solidFill>
                  <a:srgbClr val="0A2B4B"/>
                </a:solidFill>
                <a:latin typeface="Gill Sans MT"/>
                <a:ea typeface="Gill Sans MT"/>
                <a:cs typeface="Gill Sans MT"/>
              </a:rPr>
              <a:t>    señal predictiva observada.</a:t>
            </a:r>
          </a:p>
        </p:txBody>
      </p:sp>
      <p:sp>
        <p:nvSpPr>
          <p:cNvPr id="9" name="Rectángulo 8">
            <a:extLst>
              <a:ext uri="{FF2B5EF4-FFF2-40B4-BE49-F238E27FC236}">
                <a16:creationId xmlns:a16="http://schemas.microsoft.com/office/drawing/2014/main" id="{5C1F1E14-E684-453D-B2B2-1CABF89A91AF}"/>
              </a:ext>
            </a:extLst>
          </p:cNvPr>
          <p:cNvSpPr>
            <a:spLocks noGrp="1"/>
          </p:cNvSpPr>
          <p:nvPr/>
        </p:nvSpPr>
        <p:spPr>
          <a:xfrm>
            <a:off x="1181100" y="4610100"/>
            <a:ext cx="9810750" cy="381000"/>
          </a:xfrm>
          <a:prstGeom prst="rect">
            <a:avLst/>
          </a:prstGeom>
          <a:noFill/>
          <a:ln w="0">
            <a:noFill/>
          </a:ln>
        </p:spPr>
        <p:txBody>
          <a:bodyPr anchor="ctr">
            <a:noAutofit/>
          </a:bodyPr>
          <a:lstStyle/>
          <a:p>
            <a:pPr>
              <a:buNone/>
              <a:defRPr sz="2100" b="1">
                <a:solidFill>
                  <a:srgbClr val="0A2B4B"/>
                </a:solidFill>
                <a:latin typeface="Gill Sans MT"/>
                <a:ea typeface="Gill Sans MT"/>
                <a:cs typeface="Gill Sans MT"/>
              </a:defRPr>
            </a:pPr>
            <a:endParaRPr lang="es-CO" noProof="0" dirty="0"/>
          </a:p>
        </p:txBody>
      </p:sp>
      <p:sp>
        <p:nvSpPr>
          <p:cNvPr id="10" name="Rectángulo 9">
            <a:extLst>
              <a:ext uri="{FF2B5EF4-FFF2-40B4-BE49-F238E27FC236}">
                <a16:creationId xmlns:a16="http://schemas.microsoft.com/office/drawing/2014/main" id="{4D9AA4CE-767A-4FAD-8047-7D55B1872787}"/>
              </a:ext>
            </a:extLst>
          </p:cNvPr>
          <p:cNvSpPr>
            <a:spLocks noGrp="1"/>
          </p:cNvSpPr>
          <p:nvPr/>
        </p:nvSpPr>
        <p:spPr>
          <a:xfrm>
            <a:off x="1181100" y="4429125"/>
            <a:ext cx="9906000" cy="952500"/>
          </a:xfrm>
          <a:prstGeom prst="rect">
            <a:avLst/>
          </a:prstGeom>
          <a:noFill/>
          <a:ln w="0">
            <a:noFill/>
          </a:ln>
        </p:spPr>
        <p:txBody>
          <a:bodyPr anchor="ctr">
            <a:noAutofit/>
          </a:bodyPr>
          <a:lstStyle/>
          <a:p>
            <a:pPr>
              <a:buNone/>
              <a:defRPr sz="2025" b="0">
                <a:solidFill>
                  <a:srgbClr val="0A2B4B"/>
                </a:solidFill>
                <a:latin typeface="Gill Sans MT"/>
                <a:ea typeface="Gill Sans MT"/>
                <a:cs typeface="Gill Sans MT"/>
              </a:defRPr>
            </a:pPr>
            <a:r>
              <a:rPr lang="es-CO" sz="2025" b="0" noProof="0" dirty="0">
                <a:solidFill>
                  <a:srgbClr val="0A2B4B"/>
                </a:solidFill>
                <a:latin typeface="Gill Sans MT"/>
                <a:ea typeface="Gill Sans MT"/>
                <a:cs typeface="Gill Sans MT"/>
              </a:rPr>
              <a:t>3. Se requiere ampliar la validación temporal y revisar</a:t>
            </a:r>
          </a:p>
          <a:p>
            <a:pPr>
              <a:buNone/>
              <a:defRPr sz="2025" b="0">
                <a:solidFill>
                  <a:srgbClr val="0A2B4B"/>
                </a:solidFill>
                <a:latin typeface="Gill Sans MT"/>
                <a:ea typeface="Gill Sans MT"/>
                <a:cs typeface="Gill Sans MT"/>
              </a:defRPr>
            </a:pPr>
            <a:r>
              <a:rPr lang="es-CO" sz="2025" b="0" noProof="0" dirty="0">
                <a:solidFill>
                  <a:srgbClr val="0A2B4B"/>
                </a:solidFill>
                <a:latin typeface="Gill Sans MT"/>
                <a:ea typeface="Gill Sans MT"/>
                <a:cs typeface="Gill Sans MT"/>
              </a:rPr>
              <a:t>    la heterogeneidad entre grupos antes de un uso institucional.</a:t>
            </a:r>
          </a:p>
        </p:txBody>
      </p:sp>
      <p:sp>
        <p:nvSpPr>
          <p:cNvPr id="50" name="Trabajo futuro V3">
            <a:extLst>
              <a:ext uri="{FF2B5EF4-FFF2-40B4-BE49-F238E27FC236}">
                <a16:creationId xmlns:a16="http://schemas.microsoft.com/office/drawing/2014/main" id="{ACE90A6A-6D9B-4CFE-8D05-A30ECAFF0BD0}"/>
              </a:ext>
            </a:extLst>
          </p:cNvPr>
          <p:cNvSpPr>
            <a:spLocks noGrp="1"/>
          </p:cNvSpPr>
          <p:nvPr/>
        </p:nvSpPr>
        <p:spPr>
          <a:xfrm>
            <a:off x="1181130" y="5559552"/>
            <a:ext cx="9912096" cy="530352"/>
          </a:xfrm>
          <a:prstGeom prst="rect">
            <a:avLst/>
          </a:prstGeom>
          <a:noFill/>
          <a:ln w="0">
            <a:noFill/>
          </a:ln>
        </p:spPr>
        <p:txBody>
          <a:bodyPr>
            <a:noAutofit/>
          </a:bodyPr>
          <a:lstStyle/>
          <a:p>
            <a:pPr marL="0" indent="0"/>
            <a:r>
              <a:rPr lang="es-CO" sz="1500" b="0">
                <a:solidFill>
                  <a:srgbClr val="0B2D49"/>
                </a:solidFill>
                <a:latin typeface="Gill Sans MT"/>
              </a:rPr>
              <a:t>Trabajo futuro: validación walk-forward, mejores datos y evaluación institucional</a:t>
            </a:r>
            <a:endParaRPr lang="es-CO" sz="1500"/>
          </a:p>
          <a:p>
            <a:pPr marL="0" indent="0"/>
            <a:r>
              <a:rPr lang="es-CO" sz="1500" b="0">
                <a:solidFill>
                  <a:srgbClr val="0B2D49"/>
                </a:solidFill>
                <a:latin typeface="Gill Sans MT"/>
              </a:rPr>
              <a:t>con enfoque de equidad territorial.</a:t>
            </a:r>
            <a:endParaRPr lang="es-CO" sz="1500"/>
          </a:p>
        </p:txBody>
      </p:sp>
    </p:spTree>
    <p:extLst>
      <p:ext uri="{BB962C8B-B14F-4D97-AF65-F5344CB8AC3E}">
        <p14:creationId xmlns:p14="http://schemas.microsoft.com/office/powerpoint/2010/main" val="1830742814"/>
      </p:ext>
    </p:extLst>
  </p:cSld>
  <p:clrMapOvr>
    <a:masterClrMapping/>
  </p:clrMapOvr>
</p:sld>
</file>

<file path=ppt/theme/theme1.xml><?xml version="1.0" encoding="utf-8"?>
<a:theme xmlns:a="http://schemas.openxmlformats.org/drawingml/2006/main" name="ENSIU2020">
  <a:themeElements>
    <a:clrScheme name="Dividendo">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lumMod val="100000"/>
                <a:alpha val="9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a:solidFill>
            <a:schemeClr val="phClr">
              <a:lumMod val="90000"/>
            </a:schemeClr>
          </a:solidFill>
          <a:prstDash val="solid"/>
        </a:ln>
        <a:ln w="22225">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88000">
              <a:schemeClr val="phClr">
                <a:shade val="94000"/>
                <a:lumMod val="88000"/>
                <a:satMod val="110000"/>
              </a:schemeClr>
            </a:gs>
          </a:gsLst>
          <a:lin ang="5400000" scaled="0"/>
        </a:gradFill>
        <a:gradFill rotWithShape="1">
          <a:gsLst>
            <a:gs pos="0">
              <a:schemeClr val="phClr">
                <a:tint val="90000"/>
                <a:lumMod val="110000"/>
              </a:schemeClr>
            </a:gs>
            <a:gs pos="100000">
              <a:schemeClr val="phClr">
                <a:shade val="98000"/>
                <a:lumMod val="86000"/>
                <a:satMod val="110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ENSIU2020">
  <a:themeElements>
    <a:clrScheme name="Dividendo">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lumMod val="100000"/>
                <a:alpha val="9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a:solidFill>
            <a:schemeClr val="phClr">
              <a:lumMod val="90000"/>
            </a:schemeClr>
          </a:solidFill>
          <a:prstDash val="solid"/>
        </a:ln>
        <a:ln w="22225">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88000">
              <a:schemeClr val="phClr">
                <a:shade val="94000"/>
                <a:lumMod val="88000"/>
                <a:satMod val="110000"/>
              </a:schemeClr>
            </a:gs>
          </a:gsLst>
          <a:lin ang="5400000" scaled="0"/>
        </a:gradFill>
        <a:gradFill rotWithShape="1">
          <a:gsLst>
            <a:gs pos="0">
              <a:schemeClr val="phClr">
                <a:tint val="90000"/>
                <a:lumMod val="110000"/>
              </a:schemeClr>
            </a:gs>
            <a:gs pos="100000">
              <a:schemeClr val="phClr">
                <a:shade val="98000"/>
                <a:lumMod val="86000"/>
                <a:satMod val="110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407</Words>
  <Application>Microsoft Office PowerPoint</Application>
  <DocSecurity>0</DocSecurity>
  <PresentationFormat>Panorámica</PresentationFormat>
  <Paragraphs>99</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Gill Sans MT</vt:lpstr>
      <vt:lpstr>Wingdings</vt:lpstr>
      <vt:lpstr>Wingdings 2</vt:lpstr>
      <vt:lpstr>ENSIU2020</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Anticipar para Incluir: Inteligencia Artificial al Servicio de la Equidad Educativa</dc:title>
  <dc:creator>Edwin Santiago Paz Bedoya; Nathalia Orozco Morales</dc:creator>
  <cp:lastModifiedBy>Edwin Santiago Paz Bedoya</cp:lastModifiedBy>
  <cp:revision>2</cp:revision>
  <dcterms:created xsi:type="dcterms:W3CDTF">2026-09-15T01:03:26Z</dcterms:created>
  <dcterms:modified xsi:type="dcterms:W3CDTF">2026-09-16T02:05:53Z</dcterms:modified>
</cp:coreProperties>
</file>