
<file path=[Content_Types].xml><?xml version="1.0" encoding="utf-8"?>
<Types xmlns="http://schemas.openxmlformats.org/package/2006/content-types">
  <Default Extension="xml" ContentType="application/vnd.openxmlformats-package.core-properties+xml"/>
  <Default Extension="png" ContentType="image/png"/>
  <Default Extension="emf" ContentType="image/x-e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86e502820644022" /><Relationship Type="http://schemas.openxmlformats.org/officeDocument/2006/relationships/extended-properties" Target="/docProps/app.xml" Id="Rea7ff4f33f1a4882" /><Relationship Type="http://schemas.openxmlformats.org/officeDocument/2006/relationships/officeDocument" Target="/ppt/presentation.xml" Id="R4886377adebd4764" /></Relationships>
</file>

<file path=ppt/presentation.xml><?xml version="1.0" encoding="utf-8"?>
<p:presentation xmlns:p="http://schemas.openxmlformats.org/presentationml/2006/main">
  <p:sldMasterIdLst>
    <p:sldMasterId xmlns:r="http://schemas.openxmlformats.org/officeDocument/2006/relationships" id="2147483648" r:id="R0057b2418b0945e4"/>
  </p:sldMasterIdLst>
  <p:notesMasterIdLst>
    <p:notesMasterId xmlns:r="http://schemas.openxmlformats.org/officeDocument/2006/relationships" r:id="R897896f5e3c840f0"/>
  </p:notesMasterIdLst>
  <p:sldIdLst>
    <p:sldId xmlns:r="http://schemas.openxmlformats.org/officeDocument/2006/relationships" id="256" r:id="Rf5cd888a0b944498"/>
    <p:sldId xmlns:r="http://schemas.openxmlformats.org/officeDocument/2006/relationships" id="257" r:id="Rb448e48ee2a84943"/>
    <p:sldId xmlns:r="http://schemas.openxmlformats.org/officeDocument/2006/relationships" id="258" r:id="Rb3cddb5faf1940e1"/>
    <p:sldId xmlns:r="http://schemas.openxmlformats.org/officeDocument/2006/relationships" id="259" r:id="R6dda8db2dc63424c"/>
    <p:sldId xmlns:r="http://schemas.openxmlformats.org/officeDocument/2006/relationships" id="260" r:id="Rae986fd3d8204dd3"/>
    <p:sldId xmlns:r="http://schemas.openxmlformats.org/officeDocument/2006/relationships" id="261" r:id="R854d798865a14455"/>
    <p:sldId xmlns:r="http://schemas.openxmlformats.org/officeDocument/2006/relationships" id="262" r:id="R457b6dc09e564c31"/>
    <p:sldId xmlns:r="http://schemas.openxmlformats.org/officeDocument/2006/relationships" id="263" r:id="Rb5c0d1e8454244b0"/>
    <p:sldId xmlns:r="http://schemas.openxmlformats.org/officeDocument/2006/relationships" id="264" r:id="R030159730c374924"/>
    <p:sldId xmlns:r="http://schemas.openxmlformats.org/officeDocument/2006/relationships" id="265" r:id="R5a2c77755ab44c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4d6d509f06f4a35" /><Relationship Type="http://schemas.openxmlformats.org/officeDocument/2006/relationships/slideMaster" Target="/ppt/slideMasters/slideMaster1.xml" Id="R0057b2418b0945e4" /><Relationship Type="http://schemas.openxmlformats.org/officeDocument/2006/relationships/notesMaster" Target="/ppt/notesMasters/notesMaster1.xml" Id="R897896f5e3c840f0" /><Relationship Type="http://schemas.openxmlformats.org/officeDocument/2006/relationships/presProps" Target="/ppt/presProps.xml" Id="R033c2f8dab454607" /><Relationship Type="http://schemas.openxmlformats.org/officeDocument/2006/relationships/viewProps" Target="/ppt/viewProps.xml" Id="Rae0c2e7163d84349" /><Relationship Type="http://schemas.openxmlformats.org/officeDocument/2006/relationships/tableStyles" Target="/ppt/tableStyles.xml" Id="R0ea1368519314029" /><Relationship Type="http://schemas.openxmlformats.org/officeDocument/2006/relationships/slide" Target="/ppt/slides/slide1.xml" Id="Rf5cd888a0b944498" /><Relationship Type="http://schemas.openxmlformats.org/officeDocument/2006/relationships/slide" Target="/ppt/slides/slide2.xml" Id="Rb448e48ee2a84943" /><Relationship Type="http://schemas.openxmlformats.org/officeDocument/2006/relationships/slide" Target="/ppt/slides/slide3.xml" Id="Rb3cddb5faf1940e1" /><Relationship Type="http://schemas.openxmlformats.org/officeDocument/2006/relationships/slide" Target="/ppt/slides/slide4.xml" Id="R6dda8db2dc63424c" /><Relationship Type="http://schemas.openxmlformats.org/officeDocument/2006/relationships/slide" Target="/ppt/slides/slide5.xml" Id="Rae986fd3d8204dd3" /><Relationship Type="http://schemas.openxmlformats.org/officeDocument/2006/relationships/slide" Target="/ppt/slides/slide6.xml" Id="R854d798865a14455" /><Relationship Type="http://schemas.openxmlformats.org/officeDocument/2006/relationships/slide" Target="/ppt/slides/slide7.xml" Id="R457b6dc09e564c31" /><Relationship Type="http://schemas.openxmlformats.org/officeDocument/2006/relationships/slide" Target="/ppt/slides/slide8.xml" Id="Rb5c0d1e8454244b0" /><Relationship Type="http://schemas.openxmlformats.org/officeDocument/2006/relationships/slide" Target="/ppt/slides/slide9.xml" Id="R030159730c374924" /><Relationship Type="http://schemas.openxmlformats.org/officeDocument/2006/relationships/slide" Target="/ppt/slides/slide10.xml" Id="R5a2c77755ab44c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b873c39e7d4d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ONACIC2020">
  <a:themeElements>
    <a:clrScheme name="Dividendo">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o">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lumMod val="100000"/>
                <a:alpha val="9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a:solidFill>
            <a:schemeClr val="phClr">
              <a:lumMod val="90000"/>
            </a:schemeClr>
          </a:solidFill>
          <a:prstDash val="solid"/>
        </a:ln>
        <a:ln w="22225">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88000">
              <a:schemeClr val="phClr">
                <a:shade val="94000"/>
                <a:lumMod val="88000"/>
                <a:satMod val="110000"/>
              </a:schemeClr>
            </a:gs>
          </a:gsLst>
          <a:lin ang="5400000" scaled="0"/>
        </a:gradFill>
        <a:gradFill rotWithShape="1">
          <a:gsLst>
            <a:gs pos="0">
              <a:schemeClr val="phClr">
                <a:tint val="90000"/>
                <a:lumMod val="110000"/>
              </a:schemeClr>
            </a:gs>
            <a:gs pos="100000">
              <a:schemeClr val="phClr">
                <a:shade val="98000"/>
                <a:lumMod val="86000"/>
                <a:satMod val="110000"/>
              </a:schemeClr>
            </a:gs>
          </a:gsLst>
          <a:path path="circle">
            <a:fillToRect l="50000" t="50000" r="100000" b="10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611a6905324240" /><Relationship Type="http://schemas.openxmlformats.org/officeDocument/2006/relationships/notesMaster" Target="/ppt/notesMasters/notesMaster1.xml" Id="R17e60a27f79b48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c596e08b654b29" /><Relationship Type="http://schemas.openxmlformats.org/officeDocument/2006/relationships/notesMaster" Target="/ppt/notesMasters/notesMaster1.xml" Id="R280bb9b9a3cd43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19ec0015fb401a" /><Relationship Type="http://schemas.openxmlformats.org/officeDocument/2006/relationships/notesMaster" Target="/ppt/notesMasters/notesMaster1.xml" Id="Rb3e4ee881c2f4a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87af699e3a42ad" /><Relationship Type="http://schemas.openxmlformats.org/officeDocument/2006/relationships/notesMaster" Target="/ppt/notesMasters/notesMaster1.xml" Id="R4f1b744c929240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be1a7549704740" /><Relationship Type="http://schemas.openxmlformats.org/officeDocument/2006/relationships/notesMaster" Target="/ppt/notesMasters/notesMaster1.xml" Id="R696af1b3632b49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5b9473824e4939" /><Relationship Type="http://schemas.openxmlformats.org/officeDocument/2006/relationships/notesMaster" Target="/ppt/notesMasters/notesMaster1.xml" Id="R9e3ea7c394d449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c293e99cf1408b" /><Relationship Type="http://schemas.openxmlformats.org/officeDocument/2006/relationships/notesMaster" Target="/ppt/notesMasters/notesMaster1.xml" Id="R0ff8c7be46e847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03f9b65c304c53" /><Relationship Type="http://schemas.openxmlformats.org/officeDocument/2006/relationships/notesMaster" Target="/ppt/notesMasters/notesMaster1.xml" Id="R1723667571ce4b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da2f86cffb4700" /><Relationship Type="http://schemas.openxmlformats.org/officeDocument/2006/relationships/notesMaster" Target="/ppt/notesMasters/notesMaster1.xml" Id="R763bf58bc9e74e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dcc8aa4bac434d" /><Relationship Type="http://schemas.openxmlformats.org/officeDocument/2006/relationships/notesMaster" Target="/ppt/notesMasters/notesMaster1.xml" Id="Rdefce61a02cd41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Buenas tardes. Soy Edwin Santiago Paz Bedoya y presento este trabajo realizado con Nathalia Orozco Morales, de UNIMINUTO Virtual, en Bogotá. Estudiamos la predicción del promedio global de Saber Pro a nivel de programa académico en Colombia. La pregunta es hasta dónde podemos anticipar ese resultado con los datos públicos y el historial de cada programa. Para responderla comparamos cuatro modelos y revisamos un problema central: que ninguna variable revele, de manera directa o indirecta, el resultado que estamos intentando predecir. Voy a explicar los datos, la evaluación y los límites del resultado obtenido.</a:t>
            </a:r>
          </a:p>
          <a:p xmlns:a="http://schemas.openxmlformats.org/drawingml/2006/main">
            <a:r>
              <a:t/>
            </a:r>
          </a:p>
          <a:p xmlns:a="http://schemas.openxmlformats.org/drawingml/2006/main">
            <a:r>
              <a:t>Tiempo planificado: 0–40 s. Señalar: Señalar el título y la unidad programa académico.</a:t>
            </a:r>
          </a:p>
          <a:p xmlns:a="http://schemas.openxmlformats.org/drawingml/2006/main">
            <a:r>
              <a:t>Fuentes: Paper aceptado, título y §1.</a:t>
            </a:r>
          </a:p>
          <a:p xmlns:a="http://schemas.openxmlformats.org/drawingml/2006/main">
            <a:r>
              <a:t>Estado: DRAFT. Pendiente de similitud, IA y revisión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punto de partida es una necesidad de las instituciones: disponer de información para revisar el desempeño de sus programas antes de conocer el siguiente resultado oficial. Nuestro objetivo fue construir y evaluar un procedimiento que estimara ese promedio a partir de información histórica. Aquí conviene aclarar la escala del trabajo. No estamos prediciendo la nota de un estudiante. Trabajamos con resultados agregados por institución, programa y prueba. Por eso, una predicción puede orientar una revisión académica, pero no describe las circunstancias de una persona. Tampoco evaluamos todavía si una intervención basada en esas predicciones mejora el aprendizaje. Esa es una pregunta posterior.</a:t>
            </a:r>
          </a:p>
          <a:p xmlns:a="http://schemas.openxmlformats.org/drawingml/2006/main">
            <a:r>
              <a:t/>
            </a:r>
          </a:p>
          <a:p xmlns:a="http://schemas.openxmlformats.org/drawingml/2006/main">
            <a:r>
              <a:t>Tiempo planificado: 40–85 s. Señalar: Señalar objetivo y unidad de análisis.</a:t>
            </a:r>
          </a:p>
          <a:p xmlns:a="http://schemas.openxmlformats.org/drawingml/2006/main">
            <a:r>
              <a:t>Fuentes: Paper aceptado, §1 y §5.5.</a:t>
            </a:r>
          </a:p>
          <a:p xmlns:a="http://schemas.openxmlformats.org/drawingml/2006/main">
            <a:r>
              <a:t>Estado: DRAFT. Pendiente de similitud, IA y revisión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Usamos reportes públicos del ICFES entre dos mil veinte y dos mil veinticuatro. La consolidación histórica registra cerca de un millón setecientas treinta mil filas crudas. Ese volumen no equivale a estudiantes ni a programas distintos: una misma unidad aparece varias veces para registrar diferentes medidas. Por eso fue necesario reorganizar las estadísticas en columnas y unir los puntajes por sus identificadores. El panel resultante tiene ciento veintisiete mil setecientas dieciséis observaciones. La gráfica muestra cómo cambia su cobertura en los cinco años. Cada fila identifica una institución, un programa, una prueba y un año. Conservamos el historial disponible de cada entidad. Cuando falta un año, el rezago corresponde a la observación anterior disponible, algo que debemos tener presente al interpretar las trayectorias.</a:t>
            </a:r>
          </a:p>
          <a:p xmlns:a="http://schemas.openxmlformats.org/drawingml/2006/main">
            <a:r>
              <a:t/>
            </a:r>
          </a:p>
          <a:p xmlns:a="http://schemas.openxmlformats.org/drawingml/2006/main">
            <a:r>
              <a:t>Tiempo planificado: 85–145 s. Señalar: Señalar 127.716 filas y el aumento de cobertura por año.</a:t>
            </a:r>
          </a:p>
          <a:p xmlns:a="http://schemas.openxmlformats.org/drawingml/2006/main">
            <a:r>
              <a:t>Fuentes: Paper, §3.1–3.2; data/processed/saber_pro_features.csv; src/cleaning.py.</a:t>
            </a:r>
          </a:p>
          <a:p xmlns:a="http://schemas.openxmlformats.org/drawingml/2006/main">
            <a:r>
              <a:t>Estado: DRAFT. Pendiente de similitud, IA y revisión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riesgo aparece cuando los predictores y el resultado vienen de la misma publicación anual. Por ejemplo, incluir el puntaje de una prueba del mismo ciclo o una diferencia que contiene el promedio global puede producir una evaluación demasiado favorable. El proyecto documentó seis tipos de fuga y excluyó las variables concurrentes del modelado. Los rezagos, tendencias y medidas de variabilidad se construyen usando observaciones anteriores. Para la evaluación externa se reservaron las veintiocho mil setecientas sesenta y dos filas de dos mil veinticuatro. El entrenamiento utiliza los cuatro años previos. Esta separación externa sí está comprobada. La auditoría de preparación también encontró que las divisiones internas del código mezclan años. Por eso, debemos distinguir ese holdout externo de una validación temporal completa, que sigue pendiente de revisión.</a:t>
            </a:r>
          </a:p>
          <a:p xmlns:a="http://schemas.openxmlformats.org/drawingml/2006/main">
            <a:r>
              <a:t/>
            </a:r>
          </a:p>
          <a:p xmlns:a="http://schemas.openxmlformats.org/drawingml/2006/main">
            <a:r>
              <a:t>Tiempo planificado: 145–205 s. Señalar: Señalar entrenamiento 2020–2023 y prueba 2024, luego los ejemplos de fuga.</a:t>
            </a:r>
          </a:p>
          <a:p xmlns:a="http://schemas.openxmlformats.org/drawingml/2006/main">
            <a:r>
              <a:t>Fuentes: Paper, §3.3–3.4; src/features.py; VERIFICACION_DATOS_MODELOS.json.</a:t>
            </a:r>
          </a:p>
          <a:p xmlns:a="http://schemas.openxmlformats.org/drawingml/2006/main">
            <a:r>
              <a:t>Estado: DRAFT. Pendiente de similitud, IA y revisión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Comparamos dos modelos lineales regularizados, Ridge y Lasso, un modelo de árboles con boosting, LightGBM, y un Transformer encoder. Ridge y Lasso funcionan como referencias para valorar cuánto aporta una estructura más flexible. LightGBM se ajustó mediante cincuenta ensayos de búsqueda de hiperparámetros. El artefacto final conservado tiene ciento ochenta y ocho árboles. El Transformer procesa secuencias por entidad y usa una arquitectura de dos capas con cuatro cabezas de atención. Su información de entrada y su número de muestras efectivas difieren de los modelos tabulares. Esa diferencia es importante: estamos comparando las configuraciones realizadas en este proyecto, y no demostrando que una familia sea siempre superior a otra.</a:t>
            </a:r>
          </a:p>
          <a:p xmlns:a="http://schemas.openxmlformats.org/drawingml/2006/main">
            <a:r>
              <a:t/>
            </a:r>
          </a:p>
          <a:p xmlns:a="http://schemas.openxmlformats.org/drawingml/2006/main">
            <a:r>
              <a:t>Tiempo planificado: 205–250 s. Señalar: Señalar las cuatro familias y la diferencia entre filas y secuencias.</a:t>
            </a:r>
          </a:p>
          <a:p xmlns:a="http://schemas.openxmlformats.org/drawingml/2006/main">
            <a:r>
              <a:t>Fuentes: Paper, §3.5 y §5.2; outputs/reports/decision_transformer.txt.</a:t>
            </a:r>
          </a:p>
          <a:p xmlns:a="http://schemas.openxmlformats.org/drawingml/2006/main">
            <a:r>
              <a:t>Estado: DRAFT. Pendiente de similitud, IA y revisión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 el resultado principal sobre el año reservado. En el eje horizontal está el promedio observado y en el vertical, el predicho. La diagonal representa una predicción exacta. La mayor parte de los puntos se concentra cerca de esa línea, aunque aparecen errores mayores hacia los extremos. LightGBM obtuvo un error cuadrático medio, expresado como raíz, de nueve coma treinta y tres puntos. Lo abreviamos como erre eme ese e. El erre al cuadrado fue cero coma setecientos seis. Este último valor compara el error con una predicción constante basada en la media del conjunto evaluado. No significa que acertemos el setenta por ciento de las predicciones. El error absoluto medio fue seis coma veintiún puntos. Los tres valores de LightGBM se verificaron con el modelo guardado.</a:t>
            </a:r>
          </a:p>
          <a:p xmlns:a="http://schemas.openxmlformats.org/drawingml/2006/main">
            <a:r>
              <a:t/>
            </a:r>
          </a:p>
          <a:p xmlns:a="http://schemas.openxmlformats.org/drawingml/2006/main">
            <a:r>
              <a:t>Tiempo planificado: 250–305 s. Señalar: Señalar diagonal, nube central y valores RMSE y R².</a:t>
            </a:r>
          </a:p>
          <a:p xmlns:a="http://schemas.openxmlformats.org/drawingml/2006/main">
            <a:r>
              <a:t>Fuentes: Paper, figura 3; outputs/figures/lgbm_predicho_vs_real.png; outputs/metrics/baseline_metrics.csv.</a:t>
            </a:r>
          </a:p>
          <a:p xmlns:a="http://schemas.openxmlformats.org/drawingml/2006/main">
            <a:r>
              <a:t>Estado: DRAFT. Pendiente de similitud, IA y revisión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tabla conserva los resultados del artículo aceptado. Ridge obtuvo un error de diez coma veintitrés puntos y Lasso, diez coma cero siete. LightGBM reduce ese error a nueve coma treinta y tres. Frente a Lasso, la reducción relativa es de aproximadamente siete coma cuatro por ciento. El Transformer quedó en dieciséis coma ochenta y seis puntos, con un erre al cuadrado cercano a cero coma cero cuatro. En esta configuración no fue competitivo. El reporte registra menos muestras efectivas y ausencia de las variables categóricas que sí reciben los modelos tabulares. Esas diferencias son limitaciones de la comparación y posibles explicaciones, no efectos aislados experimentalmente. Como tenemos un solo año de prueba, tampoco presentamos intervalos de confianza ni una conclusión de superioridad universal.</a:t>
            </a:r>
          </a:p>
          <a:p xmlns:a="http://schemas.openxmlformats.org/drawingml/2006/main">
            <a:r>
              <a:t/>
            </a:r>
          </a:p>
          <a:p xmlns:a="http://schemas.openxmlformats.org/drawingml/2006/main">
            <a:r>
              <a:t>Tiempo planificado: 305–360 s. Señalar: Señalar Lasso y LightGBM, luego la fila Transformer.</a:t>
            </a:r>
          </a:p>
          <a:p xmlns:a="http://schemas.openxmlformats.org/drawingml/2006/main">
            <a:r>
              <a:t>Fuentes: Paper, tabla 1; baseline_metrics.csv; decision_transformer.txt. Se conservan MAE aceptados; discrepancias pequeñas en auditoría.</a:t>
            </a:r>
          </a:p>
          <a:p xmlns:a="http://schemas.openxmlformats.org/drawingml/2006/main">
            <a:r>
              <a:t>Estado: DRAFT. Pendiente de similitud, IA y revisión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entender el comportamiento del modelo usamos SHAP, que podemos pronunciar shap. La figura resume cuánto contribuyen las variables a las predicciones de una muestra del conjunto de prueba. A la derecha están las contribuciones que elevan la predicción y a la izquierda, las que la reducen. El color representa el valor de la variable. La primera fila corresponde al promedio global de la observación anterior disponible y es la de mayor influencia en este resumen. Le siguen el segundo rezago global y el primer rezago de la prueba. Esto muestra que el modelo aprovecha con fuerza el historial. Hay que separar interpretación predictiva de causalidad: la gráfica explica cómo responde el modelo a sus entradas. No demuestra que cambiar una característica produzca por sí solo un cambio en el desempeño académico.</a:t>
            </a:r>
          </a:p>
          <a:p xmlns:a="http://schemas.openxmlformats.org/drawingml/2006/main">
            <a:r>
              <a:t/>
            </a:r>
          </a:p>
          <a:p xmlns:a="http://schemas.openxmlformats.org/drawingml/2006/main">
            <a:r>
              <a:t>Tiempo planificado: 360–415 s. Señalar: Señalar primera fila SHAP y colores de los rezagos. No interpretar sufijos NBC como códigos disciplinares.</a:t>
            </a:r>
          </a:p>
          <a:p xmlns:a="http://schemas.openxmlformats.org/drawingml/2006/main">
            <a:r>
              <a:t>Fuentes: Paper, figura 4; outputs/figures/lgbm_shap_beeswarm.png; narrativa_lgbm.txt.</a:t>
            </a:r>
          </a:p>
          <a:p xmlns:a="http://schemas.openxmlformats.org/drawingml/2006/main">
            <a:r>
              <a:t>Estado: DRAFT. Pendiente de similitud, IA y revisión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promedio de error oculta diferencias entre grupos. En el análisis por área, Sin Clasificar presenta un error de diecisiete coma setenta y seis puntos y Educación, de once coma setenta y uno. El análisis regional también muestra variación. Sucre registra trece coma veintinueve puntos, Chocó doce coma cero tres y Putumayo once coma dieciocho. Los tamaños de esos grupos son distintos, de modo que no debemos leer estas cifras como una clasificación de la calidad educativa. Son errores del modelo. Además, el panel solo cubre cinco años, incluye el período de pandemia y no incorpora variables socioeconómicas externas. Estas condiciones limitan la generalización y justifican revisar con cuidado cualquier uso institucional.</a:t>
            </a:r>
          </a:p>
          <a:p xmlns:a="http://schemas.openxmlformats.org/drawingml/2006/main">
            <a:r>
              <a:t/>
            </a:r>
          </a:p>
          <a:p xmlns:a="http://schemas.openxmlformats.org/drawingml/2006/main">
            <a:r>
              <a:t>Tiempo planificado: 415–465 s. Señalar: Señalar Sin Clasificar y Educación; acompañar los datos regionales con sus tamaños.</a:t>
            </a:r>
          </a:p>
          <a:p xmlns:a="http://schemas.openxmlformats.org/drawingml/2006/main">
            <a:r>
              <a:t>Fuentes: Paper, §4.3 y §5.5; metricas_lgbm_por_nbc.csv; metricas_lgbm_por_depto.csv.</a:t>
            </a:r>
          </a:p>
          <a:p xmlns:a="http://schemas.openxmlformats.org/drawingml/2006/main">
            <a:r>
              <a:t>Estado: DRAFT. Pendiente de similitud, IA y revisión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síntesis, LightGBM fue la mejor de las configuraciones evaluadas para predecir el promedio global de Saber Pro en dos mil veinticuatro. El historial contiene señal predictiva útil, y revisar las fugas de información es parte del resultado metodológico. También identificamos los límites de la evidencia: trabajamos con datos agregados, un único año de prueba y diferencias entre las entradas de los modelos. El siguiente paso es evaluar varios cortes temporales, revisar la codificación y la disponibilidad de cada variable, e incorporar información externa cuando esté justificada. Cualquier uso para acompañamiento académico debe validarse con las instituciones. Ese es el alcance que podemos defender con este trabajo. Muchas gracias.</a:t>
            </a:r>
          </a:p>
          <a:p xmlns:a="http://schemas.openxmlformats.org/drawingml/2006/main">
            <a:r>
              <a:t/>
            </a:r>
          </a:p>
          <a:p xmlns:a="http://schemas.openxmlformats.org/drawingml/2006/main">
            <a:r>
              <a:t>Tiempo planificado: 465–510 s. Señalar: Señalar resultado, alcance y validación futura.</a:t>
            </a:r>
          </a:p>
          <a:p xmlns:a="http://schemas.openxmlformats.org/drawingml/2006/main">
            <a:r>
              <a:t>Fuentes: Paper, §6; auditoría de preparación. No hay despliegue ni estudio causal demostrado.</a:t>
            </a:r>
          </a:p>
          <a:p xmlns:a="http://schemas.openxmlformats.org/drawingml/2006/main">
            <a:r>
              <a:t>Estado: DRAFT. Pendiente de similitud, IA y revisión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3532d8ee5842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d8038cdf6a4a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c6d2e2660a4c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aec8df203148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9c64da8b8446d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d7a00306a94c7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ae814ca99ad4bb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2328831e5404a0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d17b769925b41c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6252593331345b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fb708a340874ff8" /></Relationships>
</file>

<file path=ppt/slideLayouts/slideLayout1.xml><?xml version="1.0" encoding="utf-8"?>
<p:sldLayout xmlns:p="http://schemas.openxmlformats.org/presentationml/2006/main" type="title" preserve="1">
  <p:cSld name="Diapositiva de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3538ED-42D1-45A2-92B6-6E46B2FF4FEE}"/>
              </a:ext>
            </a:extLst>
          </p:cNvPr>
          <p:cNvSpPr>
            <a:spLocks xmlns:a="http://schemas.openxmlformats.org/drawingml/2006/main" noGrp="1"/>
          </p:cNvSpPr>
          <p:nvPr>
            <p:ph type="ctrTitle" idx="0"/>
          </p:nvPr>
        </p:nvSpPr>
        <p:spPr>
          <a:xfrm xmlns:a="http://schemas.openxmlformats.org/drawingml/2006/main">
            <a:off x="4131106" y="2660770"/>
            <a:ext cx="7132635" cy="1536460"/>
          </a:xfrm>
        </p:spPr>
        <p:txBody>
          <a:bodyPr xmlns:a="http://schemas.openxmlformats.org/drawingml/2006/main" anchor="b">
            <a:normAutofit/>
          </a:bodyPr>
          <a:lstStyle xmlns:a="http://schemas.openxmlformats.org/drawingml/2006/main">
            <a:lvl1pPr algn="ctr">
              <a:buNone/>
              <a:defRPr sz="3200">
                <a:solidFill>
                  <a:srgbClr val="FFFF00"/>
                </a:solidFill>
                <a:latin typeface="Arial"/>
                <a:ea typeface="Arial"/>
                <a:cs typeface="Arial"/>
              </a:defRPr>
            </a:lvl1pPr>
          </a:lstStyle>
          <a:p xmlns:a="http://schemas.openxmlformats.org/drawingml/2006/main">
            <a:r>
              <a:t>Haga clic para modificar el estilo de título del patrón</a:t>
            </a:r>
            <a:endParaRPr/>
          </a:p>
        </p:txBody>
      </p:sp>
      <p:sp>
        <p:nvSpPr>
          <p:cNvPr id="3" name="Subtitle 2">
            <a:extLst xmlns:a="http://schemas.openxmlformats.org/drawingml/2006/main">
              <a:ext uri="{FF2B5EF4-FFF2-40B4-BE49-F238E27FC236}">
                <a16:creationId xmlns:a16="http://schemas.microsoft.com/office/drawing/2014/main" id="{EC9610A8-CEB1-4CED-BFB3-4695B63C4CB2}"/>
              </a:ext>
            </a:extLst>
          </p:cNvPr>
          <p:cNvSpPr>
            <a:spLocks xmlns:a="http://schemas.openxmlformats.org/drawingml/2006/main" noGrp="1"/>
          </p:cNvSpPr>
          <p:nvPr>
            <p:ph type="subTitle" idx="1"/>
          </p:nvPr>
        </p:nvSpPr>
        <p:spPr>
          <a:xfrm xmlns:a="http://schemas.openxmlformats.org/drawingml/2006/main">
            <a:off x="4131110" y="4135784"/>
            <a:ext cx="6693634" cy="1654967"/>
          </a:xfrm>
        </p:spPr>
        <p:txBody>
          <a:bodyPr xmlns:a="http://schemas.openxmlformats.org/drawingml/2006/main" anchor="t">
            <a:normAutofit/>
          </a:bodyPr>
          <a:lstStyle xmlns:a="http://schemas.openxmlformats.org/drawingml/2006/main">
            <a:lvl1pPr marL="0" indent="0" algn="ctr">
              <a:buNone/>
              <a:defRPr sz="1600" cap="all">
                <a:solidFill>
                  <a:srgbClr val="FFFF00"/>
                </a:solidFill>
                <a:latin typeface="Arial"/>
                <a:ea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Haga clic para modificar el estilo de subtítulo del patrón</a:t>
            </a:r>
            <a:endParaRPr/>
          </a:p>
        </p:txBody>
      </p:sp>
    </p:spTree>
  </p:cSld>
</p:sldLayout>
</file>

<file path=ppt/slideLayouts/slideLayout2.xml><?xml version="1.0" encoding="utf-8"?>
<p:sldLayout xmlns:p="http://schemas.openxmlformats.org/presentationml/2006/main" type="obj" preserve="1">
  <p:cSld name="Título y obje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82EDD1-960D-468B-946B-A7F00AEA7182}"/>
              </a:ext>
            </a:extLst>
          </p:cNvPr>
          <p:cNvSpPr>
            <a:spLocks xmlns:a="http://schemas.openxmlformats.org/drawingml/2006/main" noGrp="1"/>
          </p:cNvSpPr>
          <p:nvPr>
            <p:ph type="title" idx="0"/>
          </p:nvPr>
        </p:nvSpPr>
        <p:spPr>
          <a:xfrm xmlns:a="http://schemas.openxmlformats.org/drawingml/2006/main">
            <a:off x="2963283" y="1774533"/>
            <a:ext cx="9426806" cy="462924"/>
          </a:xfrm>
        </p:spPr>
        <p:txBody>
          <a:bodyPr xmlns:a="http://schemas.openxmlformats.org/drawingml/2006/main"/>
          <a:lstStyle xmlns:a="http://schemas.openxmlformats.org/drawingml/2006/main">
            <a:lvl1pPr algn="ctr">
              <a:buNone/>
              <a:defRPr>
                <a:solidFill>
                  <a:srgbClr val="FFFF00"/>
                </a:solidFill>
              </a:defRPr>
            </a:lvl1pPr>
          </a:lstStyle>
          <a:p xmlns:a="http://schemas.openxmlformats.org/drawingml/2006/main">
            <a:r>
              <a:t>Haga clic para modificar el estilo de título del patrón</a:t>
            </a:r>
            <a:endParaRPr/>
          </a:p>
        </p:txBody>
      </p:sp>
      <p:sp>
        <p:nvSpPr>
          <p:cNvPr id="3" name="Content Placeholder 2">
            <a:extLst xmlns:a="http://schemas.openxmlformats.org/drawingml/2006/main">
              <a:ext uri="{FF2B5EF4-FFF2-40B4-BE49-F238E27FC236}">
                <a16:creationId xmlns:a16="http://schemas.microsoft.com/office/drawing/2014/main" id="{D5C7B194-C4CF-4E66-B054-855CA1968D6D}"/>
              </a:ext>
            </a:extLst>
          </p:cNvPr>
          <p:cNvSpPr>
            <a:spLocks xmlns:a="http://schemas.openxmlformats.org/drawingml/2006/main" noGrp="1"/>
          </p:cNvSpPr>
          <p:nvPr>
            <p:ph idx="1"/>
          </p:nvPr>
        </p:nvSpPr>
        <p:spPr>
          <a:xfrm xmlns:a="http://schemas.openxmlformats.org/drawingml/2006/main">
            <a:off x="2985247" y="2523736"/>
            <a:ext cx="9063417" cy="3678303"/>
          </a:xfrm>
        </p:spPr>
        <p:txBody>
          <a:bodyPr xmlns:a="http://schemas.openxmlformats.org/drawingml/2006/main"/>
          <a:lstStyle xmlns:a="http://schemas.openxmlformats.org/drawingml/2006/main">
            <a:lvl1pPr marL="306000" indent="-306000">
              <a:buClr>
                <a:srgbClr val="FF6600"/>
              </a:buClr>
              <a:buFont typeface="Wingdings"/>
              <a:buChar char="§"/>
              <a:defRPr>
                <a:solidFill>
                  <a:srgbClr val="FFFF00"/>
                </a:solidFill>
                <a:latin typeface="Arial"/>
                <a:ea typeface="Arial"/>
                <a:cs typeface="Arial"/>
              </a:defRPr>
            </a:lvl1pPr>
            <a:lvl2pPr marL="630000" indent="-306000">
              <a:buClr>
                <a:srgbClr val="FF6600"/>
              </a:buClr>
              <a:buFont typeface="Wingdings"/>
              <a:buChar char="§"/>
              <a:defRPr>
                <a:solidFill>
                  <a:srgbClr val="FFFF00"/>
                </a:solidFill>
                <a:latin typeface="Arial"/>
                <a:ea typeface="Arial"/>
                <a:cs typeface="Arial"/>
              </a:defRPr>
            </a:lvl2pPr>
            <a:lvl3pPr marL="900000" indent="-270000">
              <a:buClr>
                <a:srgbClr val="FF6600"/>
              </a:buClr>
              <a:buFont typeface="Wingdings"/>
              <a:buChar char="§"/>
              <a:defRPr>
                <a:solidFill>
                  <a:srgbClr val="FFFF00"/>
                </a:solidFill>
                <a:latin typeface="Arial"/>
                <a:ea typeface="Arial"/>
                <a:cs typeface="Arial"/>
              </a:defRPr>
            </a:lvl3pPr>
            <a:lvl4pPr marL="1242000" indent="-234000">
              <a:buClr>
                <a:srgbClr val="FF6600"/>
              </a:buClr>
              <a:buFont typeface="Wingdings"/>
              <a:buChar char="§"/>
              <a:defRPr>
                <a:solidFill>
                  <a:srgbClr val="FFFF00"/>
                </a:solidFill>
                <a:latin typeface="Arial"/>
                <a:ea typeface="Arial"/>
                <a:cs typeface="Arial"/>
              </a:defRPr>
            </a:lvl4pPr>
            <a:lvl5pPr marL="1602000" indent="-234000">
              <a:buClr>
                <a:srgbClr val="FF6600"/>
              </a:buClr>
              <a:buFont typeface="Wingdings"/>
              <a:buChar char="§"/>
              <a:defRPr>
                <a:solidFill>
                  <a:srgbClr val="FFFF00"/>
                </a:solidFill>
                <a:latin typeface="Arial"/>
                <a:ea typeface="Arial"/>
                <a:cs typeface="Arial"/>
              </a:defRPr>
            </a:lvl5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47B96C9F-434A-4428-B6AA-9FEDB5F84BD0}"/>
              </a:ext>
            </a:extLst>
          </p:cNvPr>
          <p:cNvSpPr>
            <a:spLocks xmlns:a="http://schemas.openxmlformats.org/drawingml/2006/main" noGrp="1"/>
          </p:cNvSpPr>
          <p:nvPr>
            <p:ph type="dt" idx="10"/>
          </p:nvPr>
        </p:nvSpPr>
        <p:spPr>
          <a:xfrm xmlns:a="http://schemas.openxmlformats.org/drawingml/2006/main">
            <a:off x="7605951" y="6413338"/>
            <a:ext cx="2844799"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A96ECF-3AFB-4639-9295-D19CB2B28DE5}" type="datetimeFigureOut">
              <a:t>16/09/2022</a:t>
            </a:fld>
            <a:endParaRPr/>
          </a:p>
        </p:txBody>
      </p:sp>
      <p:sp>
        <p:nvSpPr>
          <p:cNvPr id="5" name="Footer Placeholder 4">
            <a:extLst xmlns:a="http://schemas.openxmlformats.org/drawingml/2006/main">
              <a:ext uri="{FF2B5EF4-FFF2-40B4-BE49-F238E27FC236}">
                <a16:creationId xmlns:a16="http://schemas.microsoft.com/office/drawing/2014/main" id="{01B2B728-F376-4574-801A-38DDEF311165}"/>
              </a:ext>
            </a:extLst>
          </p:cNvPr>
          <p:cNvSpPr>
            <a:spLocks xmlns:a="http://schemas.openxmlformats.org/drawingml/2006/main" noGrp="1"/>
          </p:cNvSpPr>
          <p:nvPr>
            <p:ph type="ftr" idx="11"/>
          </p:nvPr>
        </p:nvSpPr>
        <p:spPr>
          <a:xfrm xmlns:a="http://schemas.openxmlformats.org/drawingml/2006/main">
            <a:off x="581192" y="6409012"/>
            <a:ext cx="69172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7E370A6-8090-498C-95E6-A8AFDBF16D28}"/>
              </a:ext>
            </a:extLst>
          </p:cNvPr>
          <p:cNvSpPr>
            <a:spLocks xmlns:a="http://schemas.openxmlformats.org/drawingml/2006/main" noGrp="1"/>
          </p:cNvSpPr>
          <p:nvPr>
            <p:ph type="sldNum" idx="12"/>
          </p:nvPr>
        </p:nvSpPr>
        <p:spPr>
          <a:xfrm xmlns:a="http://schemas.openxmlformats.org/drawingml/2006/main">
            <a:off x="10558300" y="6413338"/>
            <a:ext cx="1052508"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84CB002-4CB8-4C9B-A42A-1F99E8D1B09A}" type="slidenum">
              <a:t>‹Nº›</a:t>
            </a:fld>
            <a:endParaRPr/>
          </a:p>
        </p:txBody>
      </p:sp>
    </p:spTree>
  </p:cSld>
</p:sldLayout>
</file>

<file path=ppt/slideLayouts/slideLayout3.xml><?xml version="1.0" encoding="utf-8"?>
<p:sldLayout xmlns:p="http://schemas.openxmlformats.org/presentationml/2006/main" type="secHead" preserve="1">
  <p:cSld name="Encabezado de secció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949AE8-3C8E-4EBC-B75D-B78E35814870}"/>
              </a:ext>
            </a:extLst>
          </p:cNvPr>
          <p:cNvSpPr>
            <a:spLocks xmlns:a="http://schemas.openxmlformats.org/drawingml/2006/main" noGrp="1"/>
          </p:cNvSpPr>
          <p:nvPr>
            <p:ph type="title" idx="0"/>
          </p:nvPr>
        </p:nvSpPr>
        <p:spPr>
          <a:xfrm xmlns:a="http://schemas.openxmlformats.org/drawingml/2006/main">
            <a:off x="2877671" y="2095500"/>
            <a:ext cx="8917453" cy="1365250"/>
          </a:xfrm>
          <a:prstGeom xmlns:a="http://schemas.openxmlformats.org/drawingml/2006/main" prst="rect">
            <a:avLst/>
          </a:prstGeom>
          <a:noFill xmlns:a="http://schemas.openxmlformats.org/drawingml/2006/main"/>
        </p:spPr>
        <p:txBody>
          <a:bodyPr xmlns:a="http://schemas.openxmlformats.org/drawingml/2006/main" anchor="b">
            <a:normAutofit/>
          </a:bodyPr>
          <a:lstStyle xmlns:a="http://schemas.openxmlformats.org/drawingml/2006/main">
            <a:lvl1pPr algn="ctr">
              <a:buNone/>
              <a:defRPr sz="3600" b="0" cap="all">
                <a:solidFill>
                  <a:srgbClr val="FFFF00"/>
                </a:solidFill>
                <a:latin typeface="Arial"/>
                <a:ea typeface="Arial"/>
                <a:cs typeface="Arial"/>
              </a:defRPr>
            </a:lvl1pPr>
          </a:lstStyle>
          <a:p xmlns:a="http://schemas.openxmlformats.org/drawingml/2006/main">
            <a:r>
              <a:t>Haga clic para modificar el estilo de título del patrón</a:t>
            </a:r>
            <a:endParaRPr/>
          </a:p>
        </p:txBody>
      </p:sp>
      <p:sp>
        <p:nvSpPr>
          <p:cNvPr id="3" name="Text Placeholder 2">
            <a:extLst xmlns:a="http://schemas.openxmlformats.org/drawingml/2006/main">
              <a:ext uri="{FF2B5EF4-FFF2-40B4-BE49-F238E27FC236}">
                <a16:creationId xmlns:a16="http://schemas.microsoft.com/office/drawing/2014/main" id="{04655D34-2534-4B39-8F41-CEEB4C3ECDCF}"/>
              </a:ext>
            </a:extLst>
          </p:cNvPr>
          <p:cNvSpPr>
            <a:spLocks xmlns:a="http://schemas.openxmlformats.org/drawingml/2006/main" noGrp="1"/>
          </p:cNvSpPr>
          <p:nvPr>
            <p:ph type="body" idx="1"/>
          </p:nvPr>
        </p:nvSpPr>
        <p:spPr>
          <a:xfrm xmlns:a="http://schemas.openxmlformats.org/drawingml/2006/main">
            <a:off x="2861213" y="3557167"/>
            <a:ext cx="8949786" cy="600556"/>
          </a:xfrm>
          <a:prstGeom xmlns:a="http://schemas.openxmlformats.org/drawingml/2006/main" prst="rect">
            <a:avLst/>
          </a:prstGeom>
          <a:noFill xmlns:a="http://schemas.openxmlformats.org/drawingml/2006/main"/>
        </p:spPr>
        <p:txBody>
          <a:bodyPr xmlns:a="http://schemas.openxmlformats.org/drawingml/2006/main" anchor="t">
            <a:normAutofit/>
          </a:bodyPr>
          <a:lstStyle xmlns:a="http://schemas.openxmlformats.org/drawingml/2006/main">
            <a:lvl1pPr marL="0" indent="0" algn="ctr">
              <a:buNone/>
              <a:defRPr sz="1800" cap="all">
                <a:solidFill>
                  <a:srgbClr val="FFFF00"/>
                </a:solidFill>
                <a:latin typeface="Arial"/>
                <a:ea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Haga clic para modificar los estilos de texto del patrón</a:t>
            </a:r>
          </a:p>
        </p:txBody>
      </p:sp>
      <p:sp>
        <p:nvSpPr>
          <p:cNvPr id="4" name="Date Placeholder 3">
            <a:extLst xmlns:a="http://schemas.openxmlformats.org/drawingml/2006/main">
              <a:ext uri="{FF2B5EF4-FFF2-40B4-BE49-F238E27FC236}">
                <a16:creationId xmlns:a16="http://schemas.microsoft.com/office/drawing/2014/main" id="{2DD4B2B6-B81E-4DC5-92BA-E8BCF00B309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A96ECF-3AFB-4639-9295-D19CB2B28DE5}" type="datetimeFigureOut">
              <a:t>16/09/2022</a:t>
            </a:fld>
            <a:endParaRPr/>
          </a:p>
        </p:txBody>
      </p:sp>
      <p:sp>
        <p:nvSpPr>
          <p:cNvPr id="5" name="Footer Placeholder 4">
            <a:extLst xmlns:a="http://schemas.openxmlformats.org/drawingml/2006/main">
              <a:ext uri="{FF2B5EF4-FFF2-40B4-BE49-F238E27FC236}">
                <a16:creationId xmlns:a16="http://schemas.microsoft.com/office/drawing/2014/main" id="{750802C4-7D9E-4CCD-BB03-0E8ECACF64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5FDB36B-BDFE-4431-BAF4-FC98468F1C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84CB002-4CB8-4C9B-A42A-1F99E8D1B09A}" type="slidenum">
              <a:t>‹Nº›</a:t>
            </a:fld>
            <a:endParaRPr/>
          </a:p>
        </p:txBody>
      </p:sp>
    </p:spTree>
  </p:cSld>
</p:sldLayout>
</file>

<file path=ppt/slideLayouts/slideLayout4.xml><?xml version="1.0" encoding="utf-8"?>
<p:sldLayout xmlns:p="http://schemas.openxmlformats.org/presentationml/2006/main" type="twoObj" preserve="1">
  <p:cSld name="Dos obje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C2978B-BD32-4D5F-9EB8-78993DD41D54}"/>
              </a:ext>
            </a:extLst>
          </p:cNvPr>
          <p:cNvSpPr>
            <a:spLocks xmlns:a="http://schemas.openxmlformats.org/drawingml/2006/main" noGrp="1"/>
          </p:cNvSpPr>
          <p:nvPr>
            <p:ph type="title" idx="0"/>
          </p:nvPr>
        </p:nvSpPr>
        <p:spPr>
          <a:xfrm xmlns:a="http://schemas.openxmlformats.org/drawingml/2006/main">
            <a:off x="3765393" y="1397000"/>
            <a:ext cx="8569481" cy="698499"/>
          </a:xfrm>
        </p:spPr>
        <p:txBody>
          <a:bodyPr xmlns:a="http://schemas.openxmlformats.org/drawingml/2006/main">
            <a:normAutofit/>
          </a:bodyPr>
          <a:lstStyle xmlns:a="http://schemas.openxmlformats.org/drawingml/2006/main">
            <a:lvl1pPr algn="ctr">
              <a:buNone/>
              <a:defRPr sz="2800">
                <a:solidFill>
                  <a:srgbClr val="FFFF00"/>
                </a:solidFill>
                <a:latin typeface="Arial"/>
                <a:ea typeface="Arial"/>
                <a:cs typeface="Arial"/>
              </a:defRPr>
            </a:lvl1pPr>
          </a:lstStyle>
          <a:p xmlns:a="http://schemas.openxmlformats.org/drawingml/2006/main">
            <a:r>
              <a:t>Haga clic para modificar el estilo de título del patrón</a:t>
            </a:r>
            <a:endParaRPr/>
          </a:p>
        </p:txBody>
      </p:sp>
      <p:sp>
        <p:nvSpPr>
          <p:cNvPr id="3" name="Content Placeholder 2">
            <a:extLst xmlns:a="http://schemas.openxmlformats.org/drawingml/2006/main">
              <a:ext uri="{FF2B5EF4-FFF2-40B4-BE49-F238E27FC236}">
                <a16:creationId xmlns:a16="http://schemas.microsoft.com/office/drawing/2014/main" id="{247C4501-224C-4B77-936C-DB32B0378F7D}"/>
              </a:ext>
            </a:extLst>
          </p:cNvPr>
          <p:cNvSpPr>
            <a:spLocks xmlns:a="http://schemas.openxmlformats.org/drawingml/2006/main" noGrp="1"/>
          </p:cNvSpPr>
          <p:nvPr>
            <p:ph idx="1"/>
          </p:nvPr>
        </p:nvSpPr>
        <p:spPr>
          <a:xfrm xmlns:a="http://schemas.openxmlformats.org/drawingml/2006/main">
            <a:off x="2622175" y="2589760"/>
            <a:ext cx="3631325" cy="3633047"/>
          </a:xfrm>
        </p:spPr>
        <p:txBody>
          <a:bodyPr xmlns:a="http://schemas.openxmlformats.org/drawingml/2006/main">
            <a:normAutofit/>
          </a:bodyPr>
          <a:lstStyle xmlns:a="http://schemas.openxmlformats.org/drawingml/2006/main">
            <a:lvl1pPr>
              <a:buNone/>
              <a:defRPr>
                <a:solidFill>
                  <a:srgbClr val="FFFF00"/>
                </a:solidFill>
                <a:latin typeface="Arial"/>
                <a:ea typeface="Arial"/>
                <a:cs typeface="Arial"/>
              </a:defRPr>
            </a:lvl1pPr>
            <a:lvl2pPr>
              <a:buNone/>
              <a:defRPr>
                <a:solidFill>
                  <a:srgbClr val="FFFF00"/>
                </a:solidFill>
                <a:latin typeface="Arial"/>
                <a:ea typeface="Arial"/>
                <a:cs typeface="Arial"/>
              </a:defRPr>
            </a:lvl2pPr>
            <a:lvl3pPr>
              <a:buNone/>
              <a:defRPr>
                <a:solidFill>
                  <a:srgbClr val="FFFF00"/>
                </a:solidFill>
                <a:latin typeface="Arial"/>
                <a:ea typeface="Arial"/>
                <a:cs typeface="Arial"/>
              </a:defRPr>
            </a:lvl3pPr>
            <a:lvl4pPr>
              <a:buNone/>
              <a:defRPr>
                <a:solidFill>
                  <a:srgbClr val="FFFF00"/>
                </a:solidFill>
                <a:latin typeface="Arial"/>
                <a:ea typeface="Arial"/>
                <a:cs typeface="Arial"/>
              </a:defRPr>
            </a:lvl4pPr>
            <a:lvl5pPr>
              <a:buNone/>
              <a:defRPr>
                <a:solidFill>
                  <a:srgbClr val="FFFF00"/>
                </a:solidFill>
                <a:latin typeface="Arial"/>
                <a:ea typeface="Arial"/>
                <a:cs typeface="Arial"/>
              </a:defRPr>
            </a:lvl5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Content Placeholder 3">
            <a:extLst xmlns:a="http://schemas.openxmlformats.org/drawingml/2006/main">
              <a:ext uri="{FF2B5EF4-FFF2-40B4-BE49-F238E27FC236}">
                <a16:creationId xmlns:a16="http://schemas.microsoft.com/office/drawing/2014/main" id="{A441BEBC-1962-4161-AE8D-DA55AC57B3DB}"/>
              </a:ext>
            </a:extLst>
          </p:cNvPr>
          <p:cNvSpPr>
            <a:spLocks xmlns:a="http://schemas.openxmlformats.org/drawingml/2006/main" noGrp="1"/>
          </p:cNvSpPr>
          <p:nvPr>
            <p:ph idx="2"/>
          </p:nvPr>
        </p:nvSpPr>
        <p:spPr>
          <a:xfrm xmlns:a="http://schemas.openxmlformats.org/drawingml/2006/main">
            <a:off x="8106483" y="2589760"/>
            <a:ext cx="3631325" cy="3633047"/>
          </a:xfrm>
        </p:spPr>
        <p:txBody>
          <a:bodyPr xmlns:a="http://schemas.openxmlformats.org/drawingml/2006/main">
            <a:normAutofit/>
          </a:bodyPr>
          <a:lstStyle xmlns:a="http://schemas.openxmlformats.org/drawingml/2006/main">
            <a:lvl1pPr>
              <a:buNone/>
              <a:defRPr>
                <a:solidFill>
                  <a:srgbClr val="FFFF00"/>
                </a:solidFill>
                <a:latin typeface="Arial"/>
                <a:ea typeface="Arial"/>
                <a:cs typeface="Arial"/>
              </a:defRPr>
            </a:lvl1pPr>
            <a:lvl2pPr>
              <a:buNone/>
              <a:defRPr>
                <a:solidFill>
                  <a:srgbClr val="FFFF00"/>
                </a:solidFill>
                <a:latin typeface="Arial"/>
                <a:ea typeface="Arial"/>
                <a:cs typeface="Arial"/>
              </a:defRPr>
            </a:lvl2pPr>
            <a:lvl3pPr>
              <a:buNone/>
              <a:defRPr>
                <a:solidFill>
                  <a:srgbClr val="FFFF00"/>
                </a:solidFill>
                <a:latin typeface="Arial"/>
                <a:ea typeface="Arial"/>
                <a:cs typeface="Arial"/>
              </a:defRPr>
            </a:lvl3pPr>
            <a:lvl4pPr>
              <a:buNone/>
              <a:defRPr>
                <a:solidFill>
                  <a:srgbClr val="FFFF00"/>
                </a:solidFill>
                <a:latin typeface="Arial"/>
                <a:ea typeface="Arial"/>
                <a:cs typeface="Arial"/>
              </a:defRPr>
            </a:lvl4pPr>
            <a:lvl5pPr>
              <a:buNone/>
              <a:defRPr>
                <a:solidFill>
                  <a:srgbClr val="FFFF00"/>
                </a:solidFill>
                <a:latin typeface="Arial"/>
                <a:ea typeface="Arial"/>
                <a:cs typeface="Arial"/>
              </a:defRPr>
            </a:lvl5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Date Placeholder 4">
            <a:extLst xmlns:a="http://schemas.openxmlformats.org/drawingml/2006/main">
              <a:ext uri="{FF2B5EF4-FFF2-40B4-BE49-F238E27FC236}">
                <a16:creationId xmlns:a16="http://schemas.microsoft.com/office/drawing/2014/main" id="{24B9FD7C-4093-4638-BBB2-B88BECB62B84}"/>
              </a:ext>
            </a:extLst>
          </p:cNvPr>
          <p:cNvSpPr>
            <a:spLocks xmlns:a="http://schemas.openxmlformats.org/drawingml/2006/main" noGrp="1"/>
          </p:cNvSpPr>
          <p:nvPr>
            <p:ph type="dt" idx="10"/>
          </p:nvPr>
        </p:nvSpPr>
        <p:spPr>
          <a:xfrm xmlns:a="http://schemas.openxmlformats.org/drawingml/2006/main">
            <a:off x="7605951" y="6476644"/>
            <a:ext cx="2844799"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A96ECF-3AFB-4639-9295-D19CB2B28DE5}" type="datetimeFigureOut">
              <a:t>16/09/2022</a:t>
            </a:fld>
            <a:endParaRPr/>
          </a:p>
        </p:txBody>
      </p:sp>
      <p:sp>
        <p:nvSpPr>
          <p:cNvPr id="6" name="Footer Placeholder 5">
            <a:extLst xmlns:a="http://schemas.openxmlformats.org/drawingml/2006/main">
              <a:ext uri="{FF2B5EF4-FFF2-40B4-BE49-F238E27FC236}">
                <a16:creationId xmlns:a16="http://schemas.microsoft.com/office/drawing/2014/main" id="{F4F6D7FE-73DB-47FF-93A4-BE2A82690710}"/>
              </a:ext>
            </a:extLst>
          </p:cNvPr>
          <p:cNvSpPr>
            <a:spLocks xmlns:a="http://schemas.openxmlformats.org/drawingml/2006/main" noGrp="1"/>
          </p:cNvSpPr>
          <p:nvPr>
            <p:ph type="ftr" idx="11"/>
          </p:nvPr>
        </p:nvSpPr>
        <p:spPr>
          <a:xfrm xmlns:a="http://schemas.openxmlformats.org/drawingml/2006/main">
            <a:off x="581192" y="6472318"/>
            <a:ext cx="69172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493EBD8-9B31-4A39-B734-53D1E70B5892}"/>
              </a:ext>
            </a:extLst>
          </p:cNvPr>
          <p:cNvSpPr>
            <a:spLocks xmlns:a="http://schemas.openxmlformats.org/drawingml/2006/main" noGrp="1"/>
          </p:cNvSpPr>
          <p:nvPr>
            <p:ph type="sldNum" idx="12"/>
          </p:nvPr>
        </p:nvSpPr>
        <p:spPr>
          <a:xfrm xmlns:a="http://schemas.openxmlformats.org/drawingml/2006/main">
            <a:off x="10558300" y="6476644"/>
            <a:ext cx="10525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84CB002-4CB8-4C9B-A42A-1F99E8D1B09A}" type="slidenum">
              <a:t>‹Nº›</a:t>
            </a:fld>
            <a:endParaRPr/>
          </a:p>
        </p:txBody>
      </p:sp>
    </p:spTree>
  </p:cSld>
</p:sldLayout>
</file>

<file path=ppt/slideLayouts/slideLayout5.xml><?xml version="1.0" encoding="utf-8"?>
<p:sldLayout xmlns:p="http://schemas.openxmlformats.org/presentationml/2006/main" type="twoTxTwoObj" preserve="1">
  <p:cSld name="Comparación">
    <p:spTree>
      <p:nvGrpSpPr>
        <p:cNvPr id="1" name=""/>
        <p:cNvGrpSpPr/>
        <p:nvPr/>
      </p:nvGrpSpPr>
      <p:grpSpPr>
        <a:xfrm xmlns:a="http://schemas.openxmlformats.org/drawingml/2006/main"/>
      </p:grpSpPr>
      <p:sp>
        <p:nvSpPr>
          <p:cNvPr id="12" name="Title 1">
            <a:extLst xmlns:a="http://schemas.openxmlformats.org/drawingml/2006/main">
              <a:ext uri="{FF2B5EF4-FFF2-40B4-BE49-F238E27FC236}">
                <a16:creationId xmlns:a16="http://schemas.microsoft.com/office/drawing/2014/main" id="{D37E7827-33D2-4446-A7DE-5A89EB9158D1}"/>
              </a:ext>
            </a:extLst>
          </p:cNvPr>
          <p:cNvSpPr>
            <a:spLocks xmlns:a="http://schemas.openxmlformats.org/drawingml/2006/main" noGrp="1"/>
          </p:cNvSpPr>
          <p:nvPr>
            <p:ph type="title" idx="0"/>
          </p:nvPr>
        </p:nvSpPr>
        <p:spPr>
          <a:xfrm xmlns:a="http://schemas.openxmlformats.org/drawingml/2006/main">
            <a:off x="2823047" y="1508124"/>
            <a:ext cx="9607078" cy="629683"/>
          </a:xfrm>
        </p:spPr>
        <p:txBody>
          <a:bodyPr xmlns:a="http://schemas.openxmlformats.org/drawingml/2006/main"/>
          <a:lstStyle xmlns:a="http://schemas.openxmlformats.org/drawingml/2006/main">
            <a:lvl1pPr algn="ctr">
              <a:buNone/>
              <a:defRPr>
                <a:solidFill>
                  <a:srgbClr val="FFFF00"/>
                </a:solidFill>
                <a:latin typeface="Arial"/>
                <a:ea typeface="Arial"/>
                <a:cs typeface="Arial"/>
              </a:defRPr>
            </a:lvl1pPr>
          </a:lstStyle>
          <a:p xmlns:a="http://schemas.openxmlformats.org/drawingml/2006/main">
            <a:r>
              <a:t>Haga clic para modificar el estilo de título del patrón</a:t>
            </a:r>
            <a:endParaRPr/>
          </a:p>
        </p:txBody>
      </p:sp>
      <p:sp>
        <p:nvSpPr>
          <p:cNvPr id="3" name="Text Placeholder 2">
            <a:extLst xmlns:a="http://schemas.openxmlformats.org/drawingml/2006/main">
              <a:ext uri="{FF2B5EF4-FFF2-40B4-BE49-F238E27FC236}">
                <a16:creationId xmlns:a16="http://schemas.microsoft.com/office/drawing/2014/main" id="{DD0D0299-E59B-4795-A042-BAB542FC72BD}"/>
              </a:ext>
            </a:extLst>
          </p:cNvPr>
          <p:cNvSpPr>
            <a:spLocks xmlns:a="http://schemas.openxmlformats.org/drawingml/2006/main" noGrp="1"/>
          </p:cNvSpPr>
          <p:nvPr>
            <p:ph type="body" idx="1"/>
          </p:nvPr>
        </p:nvSpPr>
        <p:spPr>
          <a:xfrm xmlns:a="http://schemas.openxmlformats.org/drawingml/2006/main">
            <a:off x="2385803" y="2618310"/>
            <a:ext cx="3838015" cy="564202"/>
          </a:xfrm>
        </p:spPr>
        <p:txBody>
          <a:bodyPr xmlns:a="http://schemas.openxmlformats.org/drawingml/2006/main" anchor="b">
            <a:noAutofit/>
          </a:bodyPr>
          <a:lstStyle xmlns:a="http://schemas.openxmlformats.org/drawingml/2006/main">
            <a:lvl1pPr marL="0" indent="0">
              <a:buClr>
                <a:srgbClr val="FF6600"/>
              </a:buClr>
              <a:buNone/>
              <a:defRPr sz="1800" b="0">
                <a:solidFill>
                  <a:srgbClr val="FFFF00"/>
                </a:solidFill>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los estilos de texto del patrón</a:t>
            </a:r>
          </a:p>
        </p:txBody>
      </p:sp>
      <p:sp>
        <p:nvSpPr>
          <p:cNvPr id="4" name="Content Placeholder 3">
            <a:extLst xmlns:a="http://schemas.openxmlformats.org/drawingml/2006/main">
              <a:ext uri="{FF2B5EF4-FFF2-40B4-BE49-F238E27FC236}">
                <a16:creationId xmlns:a16="http://schemas.microsoft.com/office/drawing/2014/main" id="{25A56815-A6C2-4A90-A1F5-59F5C4CF67CE}"/>
              </a:ext>
            </a:extLst>
          </p:cNvPr>
          <p:cNvSpPr>
            <a:spLocks xmlns:a="http://schemas.openxmlformats.org/drawingml/2006/main" noGrp="1"/>
          </p:cNvSpPr>
          <p:nvPr>
            <p:ph idx="2"/>
          </p:nvPr>
        </p:nvSpPr>
        <p:spPr>
          <a:xfrm xmlns:a="http://schemas.openxmlformats.org/drawingml/2006/main">
            <a:off x="2353234" y="3158865"/>
            <a:ext cx="3838015" cy="2934999"/>
          </a:xfrm>
        </p:spPr>
        <p:txBody>
          <a:bodyPr xmlns:a="http://schemas.openxmlformats.org/drawingml/2006/main" anchor="t">
            <a:normAutofit/>
          </a:bodyPr>
          <a:lstStyle xmlns:a="http://schemas.openxmlformats.org/drawingml/2006/main">
            <a:lvl1pPr>
              <a:buClr>
                <a:srgbClr val="FF6600"/>
              </a:buClr>
              <a:buNone/>
              <a:defRPr sz="1600">
                <a:solidFill>
                  <a:srgbClr val="FFFF00"/>
                </a:solidFill>
                <a:latin typeface="Arial"/>
                <a:ea typeface="Arial"/>
                <a:cs typeface="Arial"/>
              </a:defRPr>
            </a:lvl1pPr>
            <a:lvl2pPr>
              <a:buClr>
                <a:srgbClr val="FF6600"/>
              </a:buClr>
              <a:buNone/>
              <a:defRPr sz="1600">
                <a:solidFill>
                  <a:srgbClr val="FFFF00"/>
                </a:solidFill>
                <a:latin typeface="Arial"/>
                <a:ea typeface="Arial"/>
                <a:cs typeface="Arial"/>
              </a:defRPr>
            </a:lvl2pPr>
            <a:lvl3pPr>
              <a:buClr>
                <a:srgbClr val="FF6600"/>
              </a:buClr>
              <a:buNone/>
              <a:defRPr sz="1600">
                <a:solidFill>
                  <a:srgbClr val="FFFF00"/>
                </a:solidFill>
                <a:latin typeface="Arial"/>
                <a:ea typeface="Arial"/>
                <a:cs typeface="Arial"/>
              </a:defRPr>
            </a:lvl3pPr>
            <a:lvl4pPr>
              <a:buClr>
                <a:srgbClr val="FF6600"/>
              </a:buClr>
              <a:buNone/>
              <a:defRPr sz="1600">
                <a:solidFill>
                  <a:srgbClr val="FFFF00"/>
                </a:solidFill>
                <a:latin typeface="Arial"/>
                <a:ea typeface="Arial"/>
                <a:cs typeface="Arial"/>
              </a:defRPr>
            </a:lvl4pPr>
            <a:lvl5pPr>
              <a:buClr>
                <a:srgbClr val="FF6600"/>
              </a:buClr>
              <a:buNone/>
              <a:defRPr sz="1600">
                <a:solidFill>
                  <a:srgbClr val="FFFF00"/>
                </a:solidFill>
                <a:latin typeface="Arial"/>
                <a:ea typeface="Arial"/>
                <a:cs typeface="Arial"/>
              </a:defRPr>
            </a:lvl5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Text Placeholder 4">
            <a:extLst xmlns:a="http://schemas.openxmlformats.org/drawingml/2006/main">
              <a:ext uri="{FF2B5EF4-FFF2-40B4-BE49-F238E27FC236}">
                <a16:creationId xmlns:a16="http://schemas.microsoft.com/office/drawing/2014/main" id="{18D6A8C6-89D2-479B-8654-044417FBA5EE}"/>
              </a:ext>
            </a:extLst>
          </p:cNvPr>
          <p:cNvSpPr>
            <a:spLocks xmlns:a="http://schemas.openxmlformats.org/drawingml/2006/main" noGrp="1"/>
          </p:cNvSpPr>
          <p:nvPr>
            <p:ph type="body" idx="3"/>
          </p:nvPr>
        </p:nvSpPr>
        <p:spPr>
          <a:xfrm xmlns:a="http://schemas.openxmlformats.org/drawingml/2006/main">
            <a:off x="7741849" y="2597666"/>
            <a:ext cx="4060913" cy="553373"/>
          </a:xfrm>
          <a:prstGeom xmlns:a="http://schemas.openxmlformats.org/drawingml/2006/main" prst="rect">
            <a:avLst/>
          </a:prstGeom>
          <a:noFill xmlns:a="http://schemas.openxmlformats.org/drawingml/2006/main"/>
        </p:spPr>
        <p:txBody>
          <a:bodyPr xmlns:a="http://schemas.openxmlformats.org/drawingml/2006/main" vert="horz" lIns="91440" tIns="45720" rIns="91440" bIns="45720" anchor="b">
            <a:noAutofit/>
          </a:bodyPr>
          <a:lstStyle xmlns:a="http://schemas.openxmlformats.org/drawingml/2006/main">
            <a:lvl1pPr>
              <a:buClr>
                <a:srgbClr val="FF6600"/>
              </a:buClr>
              <a:buNone/>
              <a:defRPr b="0">
                <a:solidFill>
                  <a:srgbClr val="FFFF00"/>
                </a:solidFill>
                <a:latin typeface="Arial"/>
                <a:ea typeface="Arial"/>
                <a:cs typeface="Arial"/>
              </a:defRPr>
            </a:lvl1pPr>
          </a:lstStyle>
          <a:p xmlns:a="http://schemas.openxmlformats.org/drawingml/2006/main">
            <a:pPr marL="0" lvl="0" indent="0">
              <a:buNone/>
            </a:pPr>
            <a:r>
              <a:t>Haga clic para modificar los estilos de texto del patrón</a:t>
            </a:r>
          </a:p>
        </p:txBody>
      </p:sp>
      <p:sp>
        <p:nvSpPr>
          <p:cNvPr id="6" name="Content Placeholder 5">
            <a:extLst xmlns:a="http://schemas.openxmlformats.org/drawingml/2006/main">
              <a:ext uri="{FF2B5EF4-FFF2-40B4-BE49-F238E27FC236}">
                <a16:creationId xmlns:a16="http://schemas.microsoft.com/office/drawing/2014/main" id="{08B7ABE2-BB7A-4B0C-8B69-FF127177C0BE}"/>
              </a:ext>
            </a:extLst>
          </p:cNvPr>
          <p:cNvSpPr>
            <a:spLocks xmlns:a="http://schemas.openxmlformats.org/drawingml/2006/main" noGrp="1"/>
          </p:cNvSpPr>
          <p:nvPr>
            <p:ph idx="4"/>
          </p:nvPr>
        </p:nvSpPr>
        <p:spPr>
          <a:xfrm xmlns:a="http://schemas.openxmlformats.org/drawingml/2006/main">
            <a:off x="7758132" y="3191425"/>
            <a:ext cx="4060913" cy="2934999"/>
          </a:xfrm>
          <a:prstGeom xmlns:a="http://schemas.openxmlformats.org/drawingml/2006/main" prst="rect">
            <a:avLst/>
          </a:prstGeom>
          <a:noFill xmlns:a="http://schemas.openxmlformats.org/drawingml/2006/main"/>
        </p:spPr>
        <p:txBody>
          <a:bodyPr xmlns:a="http://schemas.openxmlformats.org/drawingml/2006/main" vert="horz" lIns="91440" tIns="45720" rIns="91440" bIns="45720" anchor="t">
            <a:normAutofit/>
          </a:bodyPr>
          <a:lstStyle xmlns:a="http://schemas.openxmlformats.org/drawingml/2006/main">
            <a:lvl1pPr>
              <a:buClr>
                <a:srgbClr val="FF6600"/>
              </a:buClr>
              <a:buNone/>
              <a:defRPr sz="1600">
                <a:solidFill>
                  <a:srgbClr val="FFFF00"/>
                </a:solidFill>
                <a:latin typeface="Arial"/>
                <a:ea typeface="Arial"/>
                <a:cs typeface="Arial"/>
              </a:defRPr>
            </a:lvl1pPr>
            <a:lvl2pPr>
              <a:buClr>
                <a:srgbClr val="FF6600"/>
              </a:buClr>
              <a:buNone/>
              <a:defRPr>
                <a:solidFill>
                  <a:srgbClr val="FFFF00"/>
                </a:solidFill>
                <a:latin typeface="Arial"/>
                <a:ea typeface="Arial"/>
                <a:cs typeface="Arial"/>
              </a:defRPr>
            </a:lvl2pPr>
            <a:lvl3pPr>
              <a:buClr>
                <a:srgbClr val="FF6600"/>
              </a:buClr>
              <a:buNone/>
              <a:defRPr sz="1600">
                <a:solidFill>
                  <a:srgbClr val="FFFF00"/>
                </a:solidFill>
                <a:latin typeface="Arial"/>
                <a:ea typeface="Arial"/>
                <a:cs typeface="Arial"/>
              </a:defRPr>
            </a:lvl3pPr>
            <a:lvl4pPr>
              <a:buClr>
                <a:srgbClr val="FF6600"/>
              </a:buClr>
              <a:buNone/>
              <a:defRPr sz="1600">
                <a:solidFill>
                  <a:srgbClr val="FFFF00"/>
                </a:solidFill>
                <a:latin typeface="Arial"/>
                <a:ea typeface="Arial"/>
                <a:cs typeface="Arial"/>
              </a:defRPr>
            </a:lvl4pPr>
            <a:lvl5pPr>
              <a:buClr>
                <a:srgbClr val="FF6600"/>
              </a:buClr>
              <a:buNone/>
              <a:defRPr sz="1600">
                <a:solidFill>
                  <a:srgbClr val="FFFF00"/>
                </a:solidFill>
                <a:latin typeface="Arial"/>
                <a:ea typeface="Arial"/>
                <a:cs typeface="Arial"/>
              </a:defRPr>
            </a:lvl5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7" name="Date Placeholder 6">
            <a:extLst xmlns:a="http://schemas.openxmlformats.org/drawingml/2006/main">
              <a:ext uri="{FF2B5EF4-FFF2-40B4-BE49-F238E27FC236}">
                <a16:creationId xmlns:a16="http://schemas.microsoft.com/office/drawing/2014/main" id="{4B8A2283-49C1-4287-8DF4-B00F640A3F8B}"/>
              </a:ext>
            </a:extLst>
          </p:cNvPr>
          <p:cNvSpPr>
            <a:spLocks xmlns:a="http://schemas.openxmlformats.org/drawingml/2006/main" noGrp="1"/>
          </p:cNvSpPr>
          <p:nvPr>
            <p:ph type="dt" idx="10"/>
          </p:nvPr>
        </p:nvSpPr>
        <p:spPr>
          <a:xfrm xmlns:a="http://schemas.openxmlformats.org/drawingml/2006/main">
            <a:off x="7605951" y="6434443"/>
            <a:ext cx="2844799"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A96ECF-3AFB-4639-9295-D19CB2B28DE5}" type="datetimeFigureOut">
              <a:t>16/09/2022</a:t>
            </a:fld>
            <a:endParaRPr/>
          </a:p>
        </p:txBody>
      </p:sp>
      <p:sp>
        <p:nvSpPr>
          <p:cNvPr id="8" name="Footer Placeholder 7">
            <a:extLst xmlns:a="http://schemas.openxmlformats.org/drawingml/2006/main">
              <a:ext uri="{FF2B5EF4-FFF2-40B4-BE49-F238E27FC236}">
                <a16:creationId xmlns:a16="http://schemas.microsoft.com/office/drawing/2014/main" id="{95A60DCC-F856-4FFD-988F-55CA6DA42954}"/>
              </a:ext>
            </a:extLst>
          </p:cNvPr>
          <p:cNvSpPr>
            <a:spLocks xmlns:a="http://schemas.openxmlformats.org/drawingml/2006/main" noGrp="1"/>
          </p:cNvSpPr>
          <p:nvPr>
            <p:ph type="ftr" idx="11"/>
          </p:nvPr>
        </p:nvSpPr>
        <p:spPr>
          <a:xfrm xmlns:a="http://schemas.openxmlformats.org/drawingml/2006/main">
            <a:off x="499776" y="7211563"/>
            <a:ext cx="6917210" cy="365125"/>
          </a:xfrm>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59AF0F2-1B30-4643-88F1-63C15F271D27}"/>
              </a:ext>
            </a:extLst>
          </p:cNvPr>
          <p:cNvSpPr>
            <a:spLocks xmlns:a="http://schemas.openxmlformats.org/drawingml/2006/main" noGrp="1"/>
          </p:cNvSpPr>
          <p:nvPr>
            <p:ph type="sldNum" idx="12"/>
          </p:nvPr>
        </p:nvSpPr>
        <p:spPr>
          <a:xfrm xmlns:a="http://schemas.openxmlformats.org/drawingml/2006/main">
            <a:off x="10558300" y="6434443"/>
            <a:ext cx="10525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84CB002-4CB8-4C9B-A42A-1F99E8D1B09A}" type="slidenum">
              <a:t>‹Nº›</a:t>
            </a:fld>
            <a:endParaRPr/>
          </a:p>
        </p:txBody>
      </p:sp>
    </p:spTree>
  </p:cSld>
</p:sldLayout>
</file>

<file path=ppt/slideLayouts/slideLayout6.xml><?xml version="1.0" encoding="utf-8"?>
<p:sldLayout xmlns:p="http://schemas.openxmlformats.org/presentationml/2006/main" preserve="1" userDrawn="1">
  <p:cSld name="Solo el título">
    <p:spTree>
      <p:nvGrpSpPr>
        <p:cNvPr id="1" name=""/>
        <p:cNvGrpSpPr/>
        <p:nvPr/>
      </p:nvGrpSpPr>
      <p:grpSpPr>
        <a:xfrm xmlns:a="http://schemas.openxmlformats.org/drawingml/2006/main"/>
      </p:grpSpPr>
      <p:sp>
        <p:nvSpPr>
          <p:cNvPr id="3" name="Date Placeholder 2">
            <a:extLst xmlns:a="http://schemas.openxmlformats.org/drawingml/2006/main">
              <a:ext uri="{FF2B5EF4-FFF2-40B4-BE49-F238E27FC236}">
                <a16:creationId xmlns:a16="http://schemas.microsoft.com/office/drawing/2014/main" id="{4A340D37-6DEC-4D6E-9C2A-FFCAFFF19B53}"/>
              </a:ext>
            </a:extLst>
          </p:cNvPr>
          <p:cNvSpPr>
            <a:spLocks xmlns:a="http://schemas.openxmlformats.org/drawingml/2006/main" noGrp="1"/>
          </p:cNvSpPr>
          <p:nvPr>
            <p:ph type="dt" idx="10"/>
          </p:nvPr>
        </p:nvSpPr>
        <p:spPr>
          <a:xfrm xmlns:a="http://schemas.openxmlformats.org/drawingml/2006/main">
            <a:off x="7605951" y="6350034"/>
            <a:ext cx="2844799"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A96ECF-3AFB-4639-9295-D19CB2B28DE5}" type="datetimeFigureOut">
              <a:t>16/09/2022</a:t>
            </a:fld>
            <a:endParaRPr/>
          </a:p>
        </p:txBody>
      </p:sp>
      <p:sp>
        <p:nvSpPr>
          <p:cNvPr id="4" name="Footer Placeholder 3">
            <a:extLst xmlns:a="http://schemas.openxmlformats.org/drawingml/2006/main">
              <a:ext uri="{FF2B5EF4-FFF2-40B4-BE49-F238E27FC236}">
                <a16:creationId xmlns:a16="http://schemas.microsoft.com/office/drawing/2014/main" id="{EE0D620A-4A8C-4EAD-A6E9-019AD4D70917}"/>
              </a:ext>
            </a:extLst>
          </p:cNvPr>
          <p:cNvSpPr>
            <a:spLocks xmlns:a="http://schemas.openxmlformats.org/drawingml/2006/main" noGrp="1"/>
          </p:cNvSpPr>
          <p:nvPr>
            <p:ph type="ftr" idx="11"/>
          </p:nvPr>
        </p:nvSpPr>
        <p:spPr>
          <a:xfrm xmlns:a="http://schemas.openxmlformats.org/drawingml/2006/main">
            <a:off x="581192" y="6345708"/>
            <a:ext cx="69172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CFF6872-AA03-42B5-9A98-028E3EFC9D31}"/>
              </a:ext>
            </a:extLst>
          </p:cNvPr>
          <p:cNvSpPr>
            <a:spLocks xmlns:a="http://schemas.openxmlformats.org/drawingml/2006/main" noGrp="1"/>
          </p:cNvSpPr>
          <p:nvPr>
            <p:ph type="sldNum" idx="12"/>
          </p:nvPr>
        </p:nvSpPr>
        <p:spPr>
          <a:xfrm xmlns:a="http://schemas.openxmlformats.org/drawingml/2006/main">
            <a:off x="10558300" y="6350034"/>
            <a:ext cx="10525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84CB002-4CB8-4C9B-A42A-1F99E8D1B09A}" type="slidenum">
              <a:t>‹Nº›</a:t>
            </a:fld>
            <a:endParaRPr/>
          </a:p>
        </p:txBody>
      </p:sp>
      <p:sp>
        <p:nvSpPr>
          <p:cNvPr id="9" name="Title 1">
            <a:extLst xmlns:a="http://schemas.openxmlformats.org/drawingml/2006/main">
              <a:ext uri="{FF2B5EF4-FFF2-40B4-BE49-F238E27FC236}">
                <a16:creationId xmlns:a16="http://schemas.microsoft.com/office/drawing/2014/main" id="{503EAFD8-6181-4ADF-A56E-2886E9C324F9}"/>
              </a:ext>
            </a:extLst>
          </p:cNvPr>
          <p:cNvSpPr>
            <a:spLocks xmlns:a="http://schemas.openxmlformats.org/drawingml/2006/main" noGrp="1"/>
          </p:cNvSpPr>
          <p:nvPr>
            <p:ph type="title" idx="0"/>
          </p:nvPr>
        </p:nvSpPr>
        <p:spPr>
          <a:xfrm xmlns:a="http://schemas.openxmlformats.org/drawingml/2006/main">
            <a:off x="806824" y="2095500"/>
            <a:ext cx="10464425" cy="1365250"/>
          </a:xfrm>
          <a:prstGeom xmlns:a="http://schemas.openxmlformats.org/drawingml/2006/main" prst="rect">
            <a:avLst/>
          </a:prstGeom>
          <a:noFill xmlns:a="http://schemas.openxmlformats.org/drawingml/2006/main"/>
        </p:spPr>
        <p:txBody>
          <a:bodyPr xmlns:a="http://schemas.openxmlformats.org/drawingml/2006/main" anchor="b">
            <a:normAutofit/>
          </a:bodyPr>
          <a:lstStyle xmlns:a="http://schemas.openxmlformats.org/drawingml/2006/main">
            <a:lvl1pPr algn="ctr">
              <a:buNone/>
              <a:defRPr sz="3600" b="0" cap="all">
                <a:solidFill>
                  <a:srgbClr val="FFFF00"/>
                </a:solidFill>
                <a:latin typeface="Arial"/>
                <a:ea typeface="Arial"/>
                <a:cs typeface="Arial"/>
              </a:defRPr>
            </a:lvl1pPr>
          </a:lstStyle>
          <a:p xmlns:a="http://schemas.openxmlformats.org/drawingml/2006/main">
            <a:r>
              <a:t>Haga clic para modificar el estilo de título del patrón</a:t>
            </a:r>
            <a:endParaRPr/>
          </a:p>
        </p:txBody>
      </p:sp>
    </p:spTree>
  </p:cSld>
</p:sldLayout>
</file>

<file path=ppt/slideLayouts/slideLayout7.xml><?xml version="1.0" encoding="utf-8"?>
<p:sldLayout xmlns:p="http://schemas.openxmlformats.org/presentationml/2006/main" type="blank" preserve="1">
  <p:cSld name="En blanco">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A91C3BB-F020-458E-B0B8-D856E4D513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A96ECF-3AFB-4639-9295-D19CB2B28DE5}" type="datetimeFigureOut">
              <a:t>16/09/2022</a:t>
            </a:fld>
            <a:endParaRPr/>
          </a:p>
        </p:txBody>
      </p:sp>
      <p:sp>
        <p:nvSpPr>
          <p:cNvPr id="3" name="Footer Placeholder 2">
            <a:extLst xmlns:a="http://schemas.openxmlformats.org/drawingml/2006/main">
              <a:ext uri="{FF2B5EF4-FFF2-40B4-BE49-F238E27FC236}">
                <a16:creationId xmlns:a16="http://schemas.microsoft.com/office/drawing/2014/main" id="{31B9C546-A8A4-466C-A612-9D21DA7E27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04ECBBC-8887-453F-8812-5075F75EA1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84CB002-4CB8-4C9B-A42A-1F99E8D1B09A}" type="slidenum">
              <a:t>‹Nº›</a:t>
            </a:fld>
            <a:endParaRPr/>
          </a:p>
        </p:txBody>
      </p:sp>
    </p:spTree>
  </p:cSld>
</p:sldLayout>
</file>

<file path=ppt/slideLayouts/slideLayout8.xml><?xml version="1.0" encoding="utf-8"?>
<p:sldLayout xmlns:p="http://schemas.openxmlformats.org/presentationml/2006/main" type="objTx" preserve="1">
  <p:cSld name="Contenido con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61CE8D0-4547-4C24-8427-98249F136271}"/>
              </a:ext>
            </a:extLst>
          </p:cNvPr>
          <p:cNvSpPr>
            <a:spLocks xmlns:a="http://schemas.openxmlformats.org/drawingml/2006/main" noGrp="1"/>
          </p:cNvSpPr>
          <p:nvPr>
            <p:ph type="title" idx="0" hasCustomPrompt="1"/>
          </p:nvPr>
        </p:nvSpPr>
        <p:spPr>
          <a:xfrm xmlns:a="http://schemas.openxmlformats.org/drawingml/2006/main">
            <a:off x="1105066" y="5628051"/>
            <a:ext cx="6832434" cy="689514"/>
          </a:xfrm>
        </p:spPr>
        <p:txBody>
          <a:bodyPr xmlns:a="http://schemas.openxmlformats.org/drawingml/2006/main" anchor="ctr"/>
          <a:lstStyle xmlns:a="http://schemas.openxmlformats.org/drawingml/2006/main">
            <a:lvl1pPr algn="l">
              <a:buNone/>
              <a:defRPr sz="2000" b="1" cap="none" baseline="0">
                <a:solidFill>
                  <a:schemeClr val="bg1"/>
                </a:solidFill>
                <a:latin typeface="Arial"/>
                <a:ea typeface="Arial"/>
                <a:cs typeface="Arial"/>
              </a:defRPr>
            </a:lvl1pPr>
          </a:lstStyle>
          <a:p xmlns:a="http://schemas.openxmlformats.org/drawingml/2006/main">
            <a:r>
              <a:t>Haga clic para modificar el estilo de título del patrón</a:t>
            </a:r>
            <a:endParaRPr/>
          </a:p>
        </p:txBody>
      </p:sp>
      <p:sp>
        <p:nvSpPr>
          <p:cNvPr id="3" name="Content Placeholder 2">
            <a:extLst xmlns:a="http://schemas.openxmlformats.org/drawingml/2006/main">
              <a:ext uri="{FF2B5EF4-FFF2-40B4-BE49-F238E27FC236}">
                <a16:creationId xmlns:a16="http://schemas.microsoft.com/office/drawing/2014/main" id="{7B278DA3-829A-4A59-A563-2BBDD4B7E4D4}"/>
              </a:ext>
            </a:extLst>
          </p:cNvPr>
          <p:cNvSpPr>
            <a:spLocks xmlns:a="http://schemas.openxmlformats.org/drawingml/2006/main" noGrp="1"/>
          </p:cNvSpPr>
          <p:nvPr>
            <p:ph idx="1"/>
          </p:nvPr>
        </p:nvSpPr>
        <p:spPr>
          <a:xfrm xmlns:a="http://schemas.openxmlformats.org/drawingml/2006/main">
            <a:off x="1869140" y="1952625"/>
            <a:ext cx="9656109" cy="3359808"/>
          </a:xfrm>
        </p:spPr>
        <p:txBody>
          <a:bodyPr xmlns:a="http://schemas.openxmlformats.org/drawingml/2006/main" anchor="ctr">
            <a:normAutofit/>
          </a:bodyPr>
          <a:lstStyle xmlns:a="http://schemas.openxmlformats.org/drawingml/2006/main">
            <a:lvl1pPr>
              <a:buClr>
                <a:schemeClr val="bg1"/>
              </a:buClr>
              <a:buNone/>
              <a:defRPr sz="2000">
                <a:solidFill>
                  <a:srgbClr val="FFFF00"/>
                </a:solidFill>
                <a:latin typeface="Arial"/>
                <a:ea typeface="Arial"/>
                <a:cs typeface="Arial"/>
              </a:defRPr>
            </a:lvl1pPr>
            <a:lvl2pPr>
              <a:buClr>
                <a:schemeClr val="bg1"/>
              </a:buClr>
              <a:buNone/>
              <a:defRPr sz="1800">
                <a:solidFill>
                  <a:srgbClr val="FFFF00"/>
                </a:solidFill>
                <a:latin typeface="Arial"/>
                <a:ea typeface="Arial"/>
                <a:cs typeface="Arial"/>
              </a:defRPr>
            </a:lvl2pPr>
            <a:lvl3pPr>
              <a:buClr>
                <a:schemeClr val="bg1"/>
              </a:buClr>
              <a:buNone/>
              <a:defRPr sz="1600">
                <a:solidFill>
                  <a:srgbClr val="FFFF00"/>
                </a:solidFill>
                <a:latin typeface="Arial"/>
                <a:ea typeface="Arial"/>
                <a:cs typeface="Arial"/>
              </a:defRPr>
            </a:lvl3pPr>
            <a:lvl4pPr>
              <a:buClr>
                <a:schemeClr val="bg1"/>
              </a:buClr>
              <a:buNone/>
              <a:defRPr sz="1400">
                <a:solidFill>
                  <a:srgbClr val="FFFF00"/>
                </a:solidFill>
                <a:latin typeface="Arial"/>
                <a:ea typeface="Arial"/>
                <a:cs typeface="Arial"/>
              </a:defRPr>
            </a:lvl4pPr>
            <a:lvl5pPr>
              <a:buClr>
                <a:schemeClr val="bg1"/>
              </a:buClr>
              <a:buNone/>
              <a:defRPr sz="1400">
                <a:solidFill>
                  <a:srgbClr val="FFFF00"/>
                </a:solidFill>
                <a:latin typeface="Arial"/>
                <a:ea typeface="Arial"/>
                <a:cs typeface="Arial"/>
              </a:defRPr>
            </a:lvl5pPr>
            <a:lvl6pPr>
              <a:buNone/>
              <a:defRPr sz="1400">
                <a:solidFill>
                  <a:schemeClr val="tx2"/>
                </a:solidFill>
              </a:defRPr>
            </a:lvl6pPr>
            <a:lvl7pPr>
              <a:buNone/>
              <a:defRPr sz="1400">
                <a:solidFill>
                  <a:schemeClr val="tx2"/>
                </a:solidFill>
              </a:defRPr>
            </a:lvl7pPr>
            <a:lvl8pPr>
              <a:buNone/>
              <a:defRPr sz="1400">
                <a:solidFill>
                  <a:schemeClr val="tx2"/>
                </a:solidFill>
              </a:defRPr>
            </a:lvl8pPr>
            <a:lvl9pPr>
              <a:buNone/>
              <a:defRPr sz="1400">
                <a:solidFill>
                  <a:schemeClr val="tx2"/>
                </a:solidFill>
              </a:defRPr>
            </a:lvl9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Text Placeholder 3">
            <a:extLst xmlns:a="http://schemas.openxmlformats.org/drawingml/2006/main">
              <a:ext uri="{FF2B5EF4-FFF2-40B4-BE49-F238E27FC236}">
                <a16:creationId xmlns:a16="http://schemas.microsoft.com/office/drawing/2014/main" id="{AA133849-E246-476F-856E-15C8EE68E770}"/>
              </a:ext>
            </a:extLst>
          </p:cNvPr>
          <p:cNvSpPr>
            <a:spLocks xmlns:a="http://schemas.openxmlformats.org/drawingml/2006/main" noGrp="1"/>
          </p:cNvSpPr>
          <p:nvPr>
            <p:ph type="body" idx="2"/>
          </p:nvPr>
        </p:nvSpPr>
        <p:spPr>
          <a:xfrm xmlns:a="http://schemas.openxmlformats.org/drawingml/2006/main">
            <a:off x="7588250" y="5628051"/>
            <a:ext cx="4022560" cy="689515"/>
          </a:xfrm>
        </p:spPr>
        <p:txBody>
          <a:bodyPr xmlns:a="http://schemas.openxmlformats.org/drawingml/2006/main" anchor="ctr">
            <a:normAutofit/>
          </a:bodyPr>
          <a:lstStyle xmlns:a="http://schemas.openxmlformats.org/drawingml/2006/main">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Haga clic para modificar los estilos de texto del patrón</a:t>
            </a:r>
          </a:p>
        </p:txBody>
      </p:sp>
      <p:sp>
        <p:nvSpPr>
          <p:cNvPr id="5" name="Date Placeholder 4">
            <a:extLst xmlns:a="http://schemas.openxmlformats.org/drawingml/2006/main">
              <a:ext uri="{FF2B5EF4-FFF2-40B4-BE49-F238E27FC236}">
                <a16:creationId xmlns:a16="http://schemas.microsoft.com/office/drawing/2014/main" id="{24173E36-BC41-4B61-A55F-D902724B60B8}"/>
              </a:ext>
            </a:extLst>
          </p:cNvPr>
          <p:cNvSpPr>
            <a:spLocks xmlns:a="http://schemas.openxmlformats.org/drawingml/2006/main" noGrp="1"/>
          </p:cNvSpPr>
          <p:nvPr>
            <p:ph type="dt" idx="10"/>
          </p:nvPr>
        </p:nvSpPr>
        <p:spPr>
          <a:xfrm xmlns:a="http://schemas.openxmlformats.org/drawingml/2006/main">
            <a:off x="7605951" y="6321892"/>
            <a:ext cx="2844799"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A96ECF-3AFB-4639-9295-D19CB2B28DE5}" type="datetimeFigureOut">
              <a:t>16/09/2022</a:t>
            </a:fld>
            <a:endParaRPr/>
          </a:p>
        </p:txBody>
      </p:sp>
      <p:sp>
        <p:nvSpPr>
          <p:cNvPr id="6" name="Footer Placeholder 5">
            <a:extLst xmlns:a="http://schemas.openxmlformats.org/drawingml/2006/main">
              <a:ext uri="{FF2B5EF4-FFF2-40B4-BE49-F238E27FC236}">
                <a16:creationId xmlns:a16="http://schemas.microsoft.com/office/drawing/2014/main" id="{87397FF8-7DA8-43EA-AD40-3DD3C4B80C12}"/>
              </a:ext>
            </a:extLst>
          </p:cNvPr>
          <p:cNvSpPr>
            <a:spLocks xmlns:a="http://schemas.openxmlformats.org/drawingml/2006/main" noGrp="1"/>
          </p:cNvSpPr>
          <p:nvPr>
            <p:ph type="ftr" idx="11"/>
          </p:nvPr>
        </p:nvSpPr>
        <p:spPr>
          <a:xfrm xmlns:a="http://schemas.openxmlformats.org/drawingml/2006/main">
            <a:off x="581192" y="6317566"/>
            <a:ext cx="69172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8886CE7-2234-4BAE-8089-4AF1D4A48B05}"/>
              </a:ext>
            </a:extLst>
          </p:cNvPr>
          <p:cNvSpPr>
            <a:spLocks xmlns:a="http://schemas.openxmlformats.org/drawingml/2006/main" noGrp="1"/>
          </p:cNvSpPr>
          <p:nvPr>
            <p:ph type="sldNum" idx="12"/>
          </p:nvPr>
        </p:nvSpPr>
        <p:spPr>
          <a:xfrm xmlns:a="http://schemas.openxmlformats.org/drawingml/2006/main">
            <a:off x="10558300" y="6321892"/>
            <a:ext cx="10525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84CB002-4CB8-4C9B-A42A-1F99E8D1B09A}" type="slidenum">
              <a:t>‹Nº›</a:t>
            </a:fld>
            <a:endParaRPr/>
          </a:p>
        </p:txBody>
      </p:sp>
    </p:spTree>
  </p:cSld>
</p:sldLayout>
</file>

<file path=ppt/slideLayouts/slideLayout9.xml><?xml version="1.0" encoding="utf-8"?>
<p:sldLayout xmlns:p="http://schemas.openxmlformats.org/presentationml/2006/main" type="picTx" preserve="1">
  <p:cSld name="Imagen con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AB8851-9DD7-41D2-A639-93680173C3A6}"/>
              </a:ext>
            </a:extLst>
          </p:cNvPr>
          <p:cNvSpPr>
            <a:spLocks xmlns:a="http://schemas.openxmlformats.org/drawingml/2006/main" noGrp="1"/>
          </p:cNvSpPr>
          <p:nvPr>
            <p:ph type="title" idx="0"/>
          </p:nvPr>
        </p:nvSpPr>
        <p:spPr>
          <a:xfrm xmlns:a="http://schemas.openxmlformats.org/drawingml/2006/main">
            <a:off x="581193" y="5199829"/>
            <a:ext cx="11029616" cy="566738"/>
          </a:xfrm>
        </p:spPr>
        <p:txBody>
          <a:bodyPr xmlns:a="http://schemas.openxmlformats.org/drawingml/2006/main" anchor="b">
            <a:normAutofit/>
          </a:bodyPr>
          <a:lstStyle xmlns:a="http://schemas.openxmlformats.org/drawingml/2006/main">
            <a:lvl1pPr algn="l">
              <a:buNone/>
              <a:defRPr sz="2400" b="1">
                <a:solidFill>
                  <a:srgbClr val="FFFF00"/>
                </a:solidFill>
              </a:defRPr>
            </a:lvl1pPr>
          </a:lstStyle>
          <a:p xmlns:a="http://schemas.openxmlformats.org/drawingml/2006/main">
            <a:r>
              <a:t>Haga clic para modificar el estilo de título del patrón</a:t>
            </a:r>
            <a:endParaRPr/>
          </a:p>
        </p:txBody>
      </p:sp>
      <p:sp>
        <p:nvSpPr>
          <p:cNvPr id="3" name="Picture Placeholder 2">
            <a:extLst xmlns:a="http://schemas.openxmlformats.org/drawingml/2006/main">
              <a:ext uri="{FF2B5EF4-FFF2-40B4-BE49-F238E27FC236}">
                <a16:creationId xmlns:a16="http://schemas.microsoft.com/office/drawing/2014/main" id="{67C1F07D-E6B6-43C1-BBFB-7322BC682E0F}"/>
              </a:ext>
            </a:extLst>
          </p:cNvPr>
          <p:cNvSpPr>
            <a:spLocks xmlns:a="http://schemas.openxmlformats.org/drawingml/2006/main" noGrp="1"/>
          </p:cNvSpPr>
          <p:nvPr>
            <p:ph type="pic" idx="1"/>
          </p:nvPr>
        </p:nvSpPr>
        <p:spPr>
          <a:xfrm xmlns:a="http://schemas.openxmlformats.org/drawingml/2006/main">
            <a:off x="0" y="1269999"/>
            <a:ext cx="12192000" cy="3825775"/>
          </a:xfrm>
        </p:spPr>
        <p:txBody>
          <a:bodyPr xmlns:a="http://schemas.openxmlformats.org/drawingml/2006/main" anchor="t">
            <a:normAutofit/>
          </a:bodyPr>
          <a:lstStyle xmlns:a="http://schemas.openxmlformats.org/drawingml/2006/main">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xmlns:a="http://schemas.openxmlformats.org/drawingml/2006/main">
            <a:r>
              <a:t>Haga clic en el icono para agregar una imagen</a:t>
            </a:r>
            <a:endParaRPr/>
          </a:p>
        </p:txBody>
      </p:sp>
      <p:sp>
        <p:nvSpPr>
          <p:cNvPr id="4" name="Text Placeholder 3">
            <a:extLst xmlns:a="http://schemas.openxmlformats.org/drawingml/2006/main">
              <a:ext uri="{FF2B5EF4-FFF2-40B4-BE49-F238E27FC236}">
                <a16:creationId xmlns:a16="http://schemas.microsoft.com/office/drawing/2014/main" id="{2EE12834-A2E2-43E1-9D22-2D98C0D2AD53}"/>
              </a:ext>
            </a:extLst>
          </p:cNvPr>
          <p:cNvSpPr>
            <a:spLocks xmlns:a="http://schemas.openxmlformats.org/drawingml/2006/main" noGrp="1"/>
          </p:cNvSpPr>
          <p:nvPr>
            <p:ph type="body" idx="2"/>
          </p:nvPr>
        </p:nvSpPr>
        <p:spPr>
          <a:xfrm xmlns:a="http://schemas.openxmlformats.org/drawingml/2006/main">
            <a:off x="581192" y="5766567"/>
            <a:ext cx="11029617" cy="598671"/>
          </a:xfrm>
        </p:spPr>
        <p:txBody>
          <a:bodyPr xmlns:a="http://schemas.openxmlformats.org/drawingml/2006/main">
            <a:normAutofit/>
          </a:bodyPr>
          <a:lstStyle xmlns:a="http://schemas.openxmlformats.org/drawingml/2006/main">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Haga clic para modificar los estilos de texto del patrón</a:t>
            </a:r>
          </a:p>
        </p:txBody>
      </p:sp>
      <p:sp>
        <p:nvSpPr>
          <p:cNvPr id="5" name="Date Placeholder 4">
            <a:extLst xmlns:a="http://schemas.openxmlformats.org/drawingml/2006/main">
              <a:ext uri="{FF2B5EF4-FFF2-40B4-BE49-F238E27FC236}">
                <a16:creationId xmlns:a16="http://schemas.microsoft.com/office/drawing/2014/main" id="{AAF01E03-7244-4B92-A47C-3119B5ADFB5E}"/>
              </a:ext>
            </a:extLst>
          </p:cNvPr>
          <p:cNvSpPr>
            <a:spLocks xmlns:a="http://schemas.openxmlformats.org/drawingml/2006/main" noGrp="1"/>
          </p:cNvSpPr>
          <p:nvPr>
            <p:ph type="dt" idx="10"/>
          </p:nvPr>
        </p:nvSpPr>
        <p:spPr>
          <a:xfrm xmlns:a="http://schemas.openxmlformats.org/drawingml/2006/main">
            <a:off x="7605951" y="6462577"/>
            <a:ext cx="2844799"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A96ECF-3AFB-4639-9295-D19CB2B28DE5}" type="datetimeFigureOut">
              <a:t>16/09/2022</a:t>
            </a:fld>
            <a:endParaRPr/>
          </a:p>
        </p:txBody>
      </p:sp>
      <p:sp>
        <p:nvSpPr>
          <p:cNvPr id="6" name="Footer Placeholder 5">
            <a:extLst xmlns:a="http://schemas.openxmlformats.org/drawingml/2006/main">
              <a:ext uri="{FF2B5EF4-FFF2-40B4-BE49-F238E27FC236}">
                <a16:creationId xmlns:a16="http://schemas.microsoft.com/office/drawing/2014/main" id="{9F0A012C-CF11-4FC6-8916-013B466B2675}"/>
              </a:ext>
            </a:extLst>
          </p:cNvPr>
          <p:cNvSpPr>
            <a:spLocks xmlns:a="http://schemas.openxmlformats.org/drawingml/2006/main" noGrp="1"/>
          </p:cNvSpPr>
          <p:nvPr>
            <p:ph type="ftr" idx="11"/>
          </p:nvPr>
        </p:nvSpPr>
        <p:spPr>
          <a:xfrm xmlns:a="http://schemas.openxmlformats.org/drawingml/2006/main">
            <a:off x="581192" y="6458251"/>
            <a:ext cx="69172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3FCAF1D-E240-421A-AC9F-EE0D187F4BC4}"/>
              </a:ext>
            </a:extLst>
          </p:cNvPr>
          <p:cNvSpPr>
            <a:spLocks xmlns:a="http://schemas.openxmlformats.org/drawingml/2006/main" noGrp="1"/>
          </p:cNvSpPr>
          <p:nvPr>
            <p:ph type="sldNum" idx="12"/>
          </p:nvPr>
        </p:nvSpPr>
        <p:spPr>
          <a:xfrm xmlns:a="http://schemas.openxmlformats.org/drawingml/2006/main">
            <a:off x="10558300" y="6462577"/>
            <a:ext cx="10525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84CB002-4CB8-4C9B-A42A-1F99E8D1B09A}" type="slidenum">
              <a:t>‹Nº›</a:t>
            </a:fld>
            <a:endParaRPr/>
          </a:p>
        </p:txBody>
      </p:sp>
    </p:spTree>
  </p:cSld>
</p:sldLayout>
</file>

<file path=ppt/slideLayouts/slideLayout10.xml><?xml version="1.0" encoding="utf-8"?>
<p:sldLayout xmlns:p="http://schemas.openxmlformats.org/presentationml/2006/main" preserve="1" userDrawn="1">
  <p:cSld name="Título y texto vertical">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4698DA78-E06D-42D7-B2C0-0D5E9207258F}"/>
              </a:ext>
            </a:extLst>
          </p:cNvPr>
          <p:cNvSpPr>
            <a:spLocks xmlns:a="http://schemas.openxmlformats.org/drawingml/2006/main" noGrp="1"/>
          </p:cNvSpPr>
          <p:nvPr>
            <p:ph type="title" idx="0"/>
          </p:nvPr>
        </p:nvSpPr>
        <p:spPr>
          <a:xfrm xmlns:a="http://schemas.openxmlformats.org/drawingml/2006/main">
            <a:off x="1136817" y="1660180"/>
            <a:ext cx="11029616" cy="10138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lgn="ctr">
              <a:buNone/>
              <a:defRPr b="1">
                <a:solidFill>
                  <a:srgbClr val="FFFF00"/>
                </a:solidFill>
                <a:latin typeface="Arial"/>
                <a:ea typeface="Arial"/>
                <a:cs typeface="Arial"/>
              </a:defRPr>
            </a:lvl1pPr>
          </a:lstStyle>
          <a:p xmlns:a="http://schemas.openxmlformats.org/drawingml/2006/main">
            <a:r>
              <a:t>Haga clic para modificar el estilo de título del patrón</a:t>
            </a:r>
            <a:endParaRPr/>
          </a:p>
        </p:txBody>
      </p:sp>
      <p:sp>
        <p:nvSpPr>
          <p:cNvPr id="3" name="Vertical Text Placeholder 2">
            <a:extLst xmlns:a="http://schemas.openxmlformats.org/drawingml/2006/main">
              <a:ext uri="{FF2B5EF4-FFF2-40B4-BE49-F238E27FC236}">
                <a16:creationId xmlns:a16="http://schemas.microsoft.com/office/drawing/2014/main" id="{085FDF49-4E01-4995-87D0-C061C94D77FF}"/>
              </a:ext>
            </a:extLst>
          </p:cNvPr>
          <p:cNvSpPr>
            <a:spLocks xmlns:a="http://schemas.openxmlformats.org/drawingml/2006/main" noGrp="1"/>
          </p:cNvSpPr>
          <p:nvPr>
            <p:ph type="body" idx="1"/>
          </p:nvPr>
        </p:nvSpPr>
        <p:spPr>
          <a:xfrm xmlns:a="http://schemas.openxmlformats.org/drawingml/2006/main">
            <a:off x="923471" y="2877412"/>
            <a:ext cx="10411279" cy="3522794"/>
          </a:xfrm>
        </p:spPr>
        <p:txBody>
          <a:bodyPr xmlns:a="http://schemas.openxmlformats.org/drawingml/2006/main" vert="eaVert" anchor="t"/>
          <a:lstStyle xmlns:a="http://schemas.openxmlformats.org/drawingml/2006/main">
            <a:lvl1pPr algn="l">
              <a:buClrTx/>
              <a:buNone/>
              <a:defRPr>
                <a:solidFill>
                  <a:srgbClr val="FFFF00"/>
                </a:solidFill>
                <a:latin typeface="Arial"/>
                <a:ea typeface="Arial"/>
                <a:cs typeface="Arial"/>
              </a:defRPr>
            </a:lvl1pPr>
            <a:lvl2pPr algn="l">
              <a:buClrTx/>
              <a:buNone/>
              <a:defRPr>
                <a:solidFill>
                  <a:srgbClr val="FFFF00"/>
                </a:solidFill>
                <a:latin typeface="Arial"/>
                <a:ea typeface="Arial"/>
                <a:cs typeface="Arial"/>
              </a:defRPr>
            </a:lvl2pPr>
            <a:lvl3pPr algn="l">
              <a:buClrTx/>
              <a:buNone/>
              <a:defRPr>
                <a:solidFill>
                  <a:srgbClr val="FFFF00"/>
                </a:solidFill>
                <a:latin typeface="Arial"/>
                <a:ea typeface="Arial"/>
                <a:cs typeface="Arial"/>
              </a:defRPr>
            </a:lvl3pPr>
            <a:lvl4pPr algn="l">
              <a:buClrTx/>
              <a:buNone/>
              <a:defRPr>
                <a:solidFill>
                  <a:srgbClr val="FFFF00"/>
                </a:solidFill>
                <a:latin typeface="Arial"/>
                <a:ea typeface="Arial"/>
                <a:cs typeface="Arial"/>
              </a:defRPr>
            </a:lvl4pPr>
            <a:lvl5pPr algn="l">
              <a:buClrTx/>
              <a:buNone/>
              <a:defRPr>
                <a:solidFill>
                  <a:srgbClr val="FFFF00"/>
                </a:solidFill>
                <a:latin typeface="Arial"/>
                <a:ea typeface="Arial"/>
                <a:cs typeface="Arial"/>
              </a:defRPr>
            </a:lvl5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9FF2FC7B-BABF-4084-9E9B-F35BE25926E0}"/>
              </a:ext>
            </a:extLst>
          </p:cNvPr>
          <p:cNvSpPr>
            <a:spLocks xmlns:a="http://schemas.openxmlformats.org/drawingml/2006/main" noGrp="1"/>
          </p:cNvSpPr>
          <p:nvPr>
            <p:ph type="dt" idx="10"/>
          </p:nvPr>
        </p:nvSpPr>
        <p:spPr>
          <a:xfrm xmlns:a="http://schemas.openxmlformats.org/drawingml/2006/main">
            <a:off x="7605951" y="6561046"/>
            <a:ext cx="2844799"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A96ECF-3AFB-4639-9295-D19CB2B28DE5}" type="datetimeFigureOut">
              <a:t>16/09/2022</a:t>
            </a:fld>
            <a:endParaRPr/>
          </a:p>
        </p:txBody>
      </p:sp>
      <p:sp>
        <p:nvSpPr>
          <p:cNvPr id="5" name="Footer Placeholder 4">
            <a:extLst xmlns:a="http://schemas.openxmlformats.org/drawingml/2006/main">
              <a:ext uri="{FF2B5EF4-FFF2-40B4-BE49-F238E27FC236}">
                <a16:creationId xmlns:a16="http://schemas.microsoft.com/office/drawing/2014/main" id="{4E372B5D-5764-4F1F-A98A-8D41E5707891}"/>
              </a:ext>
            </a:extLst>
          </p:cNvPr>
          <p:cNvSpPr>
            <a:spLocks xmlns:a="http://schemas.openxmlformats.org/drawingml/2006/main" noGrp="1"/>
          </p:cNvSpPr>
          <p:nvPr>
            <p:ph type="ftr" idx="11"/>
          </p:nvPr>
        </p:nvSpPr>
        <p:spPr>
          <a:xfrm xmlns:a="http://schemas.openxmlformats.org/drawingml/2006/main">
            <a:off x="581192" y="6556720"/>
            <a:ext cx="69172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DE8AD2C-C949-4AC0-8392-4C26083A12A0}"/>
              </a:ext>
            </a:extLst>
          </p:cNvPr>
          <p:cNvSpPr>
            <a:spLocks xmlns:a="http://schemas.openxmlformats.org/drawingml/2006/main" noGrp="1"/>
          </p:cNvSpPr>
          <p:nvPr>
            <p:ph type="sldNum" idx="12"/>
          </p:nvPr>
        </p:nvSpPr>
        <p:spPr>
          <a:xfrm xmlns:a="http://schemas.openxmlformats.org/drawingml/2006/main">
            <a:off x="10558300" y="6561046"/>
            <a:ext cx="1052510"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84CB002-4CB8-4C9B-A42A-1F99E8D1B09A}" type="slidenum">
              <a:t>‹Nº›</a:t>
            </a:fld>
            <a:endParaRPr/>
          </a:p>
        </p:txBody>
      </p:sp>
    </p:spTree>
  </p:cSld>
</p:sldLayout>
</file>

<file path=ppt/slideLayouts/slideLayout11.xml><?xml version="1.0" encoding="utf-8"?>
<p:sldLayout xmlns:p="http://schemas.openxmlformats.org/presentationml/2006/main" type="vertTitleAndTx" preserve="1">
  <p:cSld name="Título vertical y texto">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A42F9A95-E275-4315-8FD6-9EAB3E5773AB}"/>
              </a:ext>
            </a:extLst>
          </p:cNvPr>
          <p:cNvSpPr>
            <a:spLocks xmlns:a="http://schemas.openxmlformats.org/drawingml/2006/main" noGrp="1"/>
          </p:cNvSpPr>
          <p:nvPr/>
        </p:nvSpPr>
        <p:spPr>
          <a:xfrm xmlns:a="http://schemas.openxmlformats.org/drawingml/2006/main">
            <a:off x="9236076" y="2016125"/>
            <a:ext cx="2906817" cy="4400550"/>
          </a:xfrm>
          <a:prstGeom xmlns:a="http://schemas.openxmlformats.org/drawingml/2006/main" prst="rect">
            <a:avLst/>
          </a:prstGeom>
          <a:solidFill xmlns:a="http://schemas.openxmlformats.org/drawingml/2006/main">
            <a:srgbClr val="FFFFFF">
              <a:alpha val="5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 name="Vertical Title 1">
            <a:extLst xmlns:a="http://schemas.openxmlformats.org/drawingml/2006/main">
              <a:ext uri="{FF2B5EF4-FFF2-40B4-BE49-F238E27FC236}">
                <a16:creationId xmlns:a16="http://schemas.microsoft.com/office/drawing/2014/main" id="{429F572A-5BA8-45A7-B184-E501B5E15376}"/>
              </a:ext>
            </a:extLst>
          </p:cNvPr>
          <p:cNvSpPr>
            <a:spLocks xmlns:a="http://schemas.openxmlformats.org/drawingml/2006/main" noGrp="1"/>
          </p:cNvSpPr>
          <p:nvPr>
            <p:ph type="title" idx="0"/>
          </p:nvPr>
        </p:nvSpPr>
        <p:spPr>
          <a:xfrm xmlns:a="http://schemas.openxmlformats.org/drawingml/2006/main">
            <a:off x="9667875" y="2159000"/>
            <a:ext cx="2317749" cy="3699799"/>
          </a:xfrm>
        </p:spPr>
        <p:txBody>
          <a:bodyPr xmlns:a="http://schemas.openxmlformats.org/drawingml/2006/main" vert="eaVert"/>
          <a:lstStyle xmlns:a="http://schemas.openxmlformats.org/drawingml/2006/main">
            <a:lvl1pPr algn="ctr">
              <a:buNone/>
              <a:defRPr b="1">
                <a:solidFill>
                  <a:srgbClr val="FFFFFF"/>
                </a:solidFill>
                <a:latin typeface="Arial"/>
                <a:ea typeface="Arial"/>
                <a:cs typeface="Arial"/>
              </a:defRPr>
            </a:lvl1pPr>
          </a:lstStyle>
          <a:p xmlns:a="http://schemas.openxmlformats.org/drawingml/2006/main">
            <a:r>
              <a:t>Haga clic para modificar el estilo de título del patrón</a:t>
            </a:r>
            <a:endParaRPr/>
          </a:p>
        </p:txBody>
      </p:sp>
      <p:sp>
        <p:nvSpPr>
          <p:cNvPr id="3" name="Vertical Text Placeholder 2">
            <a:extLst xmlns:a="http://schemas.openxmlformats.org/drawingml/2006/main">
              <a:ext uri="{FF2B5EF4-FFF2-40B4-BE49-F238E27FC236}">
                <a16:creationId xmlns:a16="http://schemas.microsoft.com/office/drawing/2014/main" id="{7FFDBD8A-D436-4B34-8613-32CC16904D86}"/>
              </a:ext>
            </a:extLst>
          </p:cNvPr>
          <p:cNvSpPr>
            <a:spLocks xmlns:a="http://schemas.openxmlformats.org/drawingml/2006/main" noGrp="1"/>
          </p:cNvSpPr>
          <p:nvPr>
            <p:ph type="body" idx="1"/>
          </p:nvPr>
        </p:nvSpPr>
        <p:spPr>
          <a:xfrm xmlns:a="http://schemas.openxmlformats.org/drawingml/2006/main">
            <a:off x="1171798" y="2063750"/>
            <a:ext cx="7896279" cy="3795049"/>
          </a:xfrm>
        </p:spPr>
        <p:txBody>
          <a:bodyPr xmlns:a="http://schemas.openxmlformats.org/drawingml/2006/main" vert="eaVert" anchor="t"/>
          <a:lstStyle xmlns:a="http://schemas.openxmlformats.org/drawingml/2006/main">
            <a:lvl1pPr>
              <a:buClrTx/>
              <a:buNone/>
              <a:defRPr>
                <a:solidFill>
                  <a:srgbClr val="FFFF00"/>
                </a:solidFill>
                <a:latin typeface="Arial"/>
                <a:ea typeface="Arial"/>
                <a:cs typeface="Arial"/>
              </a:defRPr>
            </a:lvl1pPr>
            <a:lvl2pPr>
              <a:buClrTx/>
              <a:buNone/>
              <a:defRPr>
                <a:solidFill>
                  <a:srgbClr val="FFFF00"/>
                </a:solidFill>
                <a:latin typeface="Arial"/>
                <a:ea typeface="Arial"/>
                <a:cs typeface="Arial"/>
              </a:defRPr>
            </a:lvl2pPr>
            <a:lvl3pPr>
              <a:buClrTx/>
              <a:buNone/>
              <a:defRPr>
                <a:solidFill>
                  <a:srgbClr val="FFFF00"/>
                </a:solidFill>
                <a:latin typeface="Arial"/>
                <a:ea typeface="Arial"/>
                <a:cs typeface="Arial"/>
              </a:defRPr>
            </a:lvl3pPr>
            <a:lvl4pPr>
              <a:buClrTx/>
              <a:buNone/>
              <a:defRPr>
                <a:solidFill>
                  <a:srgbClr val="FFFF00"/>
                </a:solidFill>
                <a:latin typeface="Arial"/>
                <a:ea typeface="Arial"/>
                <a:cs typeface="Arial"/>
              </a:defRPr>
            </a:lvl4pPr>
            <a:lvl5pPr>
              <a:buClrTx/>
              <a:buNone/>
              <a:defRPr>
                <a:solidFill>
                  <a:srgbClr val="FFFF00"/>
                </a:solidFill>
                <a:latin typeface="Arial"/>
                <a:ea typeface="Arial"/>
                <a:cs typeface="Arial"/>
              </a:defRPr>
            </a:lvl5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A763D9CF-C3D7-47E0-B884-ADD14B99603B}"/>
              </a:ext>
            </a:extLst>
          </p:cNvPr>
          <p:cNvSpPr>
            <a:spLocks xmlns:a="http://schemas.openxmlformats.org/drawingml/2006/main" noGrp="1"/>
          </p:cNvSpPr>
          <p:nvPr>
            <p:ph type="dt" idx="10"/>
          </p:nvPr>
        </p:nvSpPr>
        <p:spPr>
          <a:xfrm xmlns:a="http://schemas.openxmlformats.org/drawingml/2006/main">
            <a:off x="8993673" y="5956137"/>
            <a:ext cx="1328141"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A96ECF-3AFB-4639-9295-D19CB2B28DE5}" type="datetimeFigureOut">
              <a:t>16/09/2022</a:t>
            </a:fld>
            <a:endParaRPr/>
          </a:p>
        </p:txBody>
      </p:sp>
      <p:sp>
        <p:nvSpPr>
          <p:cNvPr id="5" name="Footer Placeholder 4">
            <a:extLst xmlns:a="http://schemas.openxmlformats.org/drawingml/2006/main">
              <a:ext uri="{FF2B5EF4-FFF2-40B4-BE49-F238E27FC236}">
                <a16:creationId xmlns:a16="http://schemas.microsoft.com/office/drawing/2014/main" id="{63CE7705-37C8-4505-9712-84DFD548CD19}"/>
              </a:ext>
            </a:extLst>
          </p:cNvPr>
          <p:cNvSpPr>
            <a:spLocks xmlns:a="http://schemas.openxmlformats.org/drawingml/2006/main" noGrp="1"/>
          </p:cNvSpPr>
          <p:nvPr>
            <p:ph type="ftr" idx="11"/>
          </p:nvPr>
        </p:nvSpPr>
        <p:spPr>
          <a:xfrm xmlns:a="http://schemas.openxmlformats.org/drawingml/2006/main">
            <a:off x="774923" y="5951811"/>
            <a:ext cx="7896279"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91C9564-1C59-4801-A4F5-666A92A009B3}"/>
              </a:ext>
            </a:extLst>
          </p:cNvPr>
          <p:cNvSpPr>
            <a:spLocks xmlns:a="http://schemas.openxmlformats.org/drawingml/2006/main" noGrp="1"/>
          </p:cNvSpPr>
          <p:nvPr>
            <p:ph type="sldNum" idx="12"/>
          </p:nvPr>
        </p:nvSpPr>
        <p:spPr>
          <a:xfrm xmlns:a="http://schemas.openxmlformats.org/drawingml/2006/main">
            <a:off x="10446615" y="5956137"/>
            <a:ext cx="1164195" cy="365125"/>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84CB002-4CB8-4C9B-A42A-1F99E8D1B09A}"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d2c4bf95b4b84665" /><Relationship Type="http://schemas.openxmlformats.org/officeDocument/2006/relationships/image" Target="/ppt/media/image.emf" Id="R97c52c506fe846ea" /><Relationship Type="http://schemas.openxmlformats.org/officeDocument/2006/relationships/image" Target="/ppt/media/image2.png" Id="Rd17cc44207394dee" /><Relationship Type="http://schemas.openxmlformats.org/officeDocument/2006/relationships/image" Target="/ppt/media/image3.png" Id="R5a7cefbd64b5459b" /><Relationship Type="http://schemas.openxmlformats.org/officeDocument/2006/relationships/theme" Target="/ppt/slideMasters/theme/theme2.xml" Id="Rc1e6505e5f634788" /><Relationship Type="http://schemas.openxmlformats.org/officeDocument/2006/relationships/slideLayout" Target="/ppt/slideLayouts/slideLayout1.xml" Id="R94fa2f5ed54e4ff5" /><Relationship Type="http://schemas.openxmlformats.org/officeDocument/2006/relationships/slideLayout" Target="/ppt/slideLayouts/slideLayout2.xml" Id="Radc29827d5b84ff7" /><Relationship Type="http://schemas.openxmlformats.org/officeDocument/2006/relationships/slideLayout" Target="/ppt/slideLayouts/slideLayout3.xml" Id="Rf3695157f3a949f9" /><Relationship Type="http://schemas.openxmlformats.org/officeDocument/2006/relationships/slideLayout" Target="/ppt/slideLayouts/slideLayout4.xml" Id="R4b73d358ac4c40df" /><Relationship Type="http://schemas.openxmlformats.org/officeDocument/2006/relationships/slideLayout" Target="/ppt/slideLayouts/slideLayout5.xml" Id="R3fe8bd158b8946ff" /><Relationship Type="http://schemas.openxmlformats.org/officeDocument/2006/relationships/slideLayout" Target="/ppt/slideLayouts/slideLayout6.xml" Id="Rdb4909693b324e72" /><Relationship Type="http://schemas.openxmlformats.org/officeDocument/2006/relationships/slideLayout" Target="/ppt/slideLayouts/slideLayout7.xml" Id="R920afb254a344b4c" /><Relationship Type="http://schemas.openxmlformats.org/officeDocument/2006/relationships/slideLayout" Target="/ppt/slideLayouts/slideLayout8.xml" Id="R4f203048171240c3" /><Relationship Type="http://schemas.openxmlformats.org/officeDocument/2006/relationships/slideLayout" Target="/ppt/slideLayouts/slideLayout9.xml" Id="R43ec40cc1e8d47c8" /><Relationship Type="http://schemas.openxmlformats.org/officeDocument/2006/relationships/slideLayout" Target="/ppt/slideLayouts/slideLayout10.xml" Id="R4e241d6da45e4e51" /><Relationship Type="http://schemas.openxmlformats.org/officeDocument/2006/relationships/slideLayout" Target="/ppt/slideLayouts/slideLayout11.xml" Id="R3c3403ee28ae4c99" /></Relationships>
</file>

<file path=ppt/slideMasters/slideMaster1.xml><?xml version="1.0" encoding="utf-8"?>
<p:sldMaster xmlns:p="http://schemas.openxmlformats.org/presentationml/2006/main">
  <p:cSld>
    <p:bg>
      <p:bgPr>
        <a:gradFill xmlns:a="http://schemas.openxmlformats.org/drawingml/2006/main" rotWithShape="1">
          <a:gsLst>
            <a:gs pos="0">
              <a:srgbClr val="FF6600">
                <a:alpha val="91000"/>
              </a:srgbClr>
            </a:gs>
            <a:gs pos="100000">
              <a:schemeClr val="accent1">
                <a:lumMod val="75000"/>
                <a:alpha val="13000"/>
              </a:schemeClr>
            </a:gs>
            <a:gs pos="61000">
              <a:srgbClr val="FF6600">
                <a:alpha val="37000"/>
              </a:srgbClr>
            </a:gs>
            <a:gs pos="84000">
              <a:schemeClr val="accent1">
                <a:lumMod val="60000"/>
                <a:lumOff val="40000"/>
                <a:alpha val="83000"/>
              </a:schemeClr>
            </a:gs>
          </a:gsLst>
          <a:lin ang="0" scaled="1"/>
          <a:tileRect/>
        </a:gradFill>
      </p:bgPr>
    </p:bg>
    <p:spTree>
      <p:nvGrpSpPr>
        <p:cNvPr id="1" name=""/>
        <p:cNvGrpSpPr/>
        <p:nvPr/>
      </p:nvGrpSpPr>
      <p:grpSpPr>
        <a:xfrm xmlns:a="http://schemas.openxmlformats.org/drawingml/2006/main"/>
      </p:grpSpPr>
      <p:pic>
        <p:nvPicPr>
          <p:cNvPr id="16" name="Imagen 7"/>
          <p:cNvPicPr>
            <a:picLocks xmlns:a="http://schemas.openxmlformats.org/drawingml/2006/main" noChangeAspect="1"/>
          </p:cNvPicPr>
          <p:nvPr/>
        </p:nvPicPr>
        <p:blipFill>
          <a:blip xmlns:r="http://schemas.openxmlformats.org/officeDocument/2006/relationships" xmlns:a="http://schemas.openxmlformats.org/drawingml/2006/main" r:embed="Rd2c4bf95b4b84665"/>
          <a:stretch xmlns:a="http://schemas.openxmlformats.org/drawingml/2006/main">
            <a:fillRect l="0" t="0" r="0" b="0"/>
          </a:stretch>
        </p:blipFill>
        <p:spPr>
          <a:xfrm xmlns:a="http://schemas.openxmlformats.org/drawingml/2006/main">
            <a:off x="190259" y="0"/>
            <a:ext cx="11994367" cy="6858000"/>
          </a:xfrm>
          <a:prstGeom xmlns:a="http://schemas.openxmlformats.org/drawingml/2006/main" prst="rect">
            <a:avLst/>
          </a:prstGeom>
        </p:spPr>
      </p:pic>
      <p:sp>
        <p:nvSpPr>
          <p:cNvPr id="2" name="Title Placeholder 1">
            <a:extLst xmlns:a="http://schemas.openxmlformats.org/drawingml/2006/main">
              <a:ext uri="{FF2B5EF4-FFF2-40B4-BE49-F238E27FC236}">
                <a16:creationId xmlns:a16="http://schemas.microsoft.com/office/drawing/2014/main" id="{6E5D751E-445C-4ED9-B982-4AF64D640C2E}"/>
              </a:ext>
            </a:extLst>
          </p:cNvPr>
          <p:cNvSpPr>
            <a:spLocks xmlns:a="http://schemas.openxmlformats.org/drawingml/2006/main" noGrp="1"/>
          </p:cNvSpPr>
          <p:nvPr>
            <p:ph type="title" idx="0"/>
          </p:nvPr>
        </p:nvSpPr>
        <p:spPr>
          <a:xfrm xmlns:a="http://schemas.openxmlformats.org/drawingml/2006/main">
            <a:off x="2645346" y="1936749"/>
            <a:ext cx="9387904" cy="611603"/>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p xmlns:a="http://schemas.openxmlformats.org/drawingml/2006/main">
            <a:r>
              <a:t>Haga clic para modificar el estilo de título del patrón</a:t>
            </a:r>
            <a:endParaRPr/>
          </a:p>
        </p:txBody>
      </p:sp>
      <p:sp>
        <p:nvSpPr>
          <p:cNvPr id="3" name="Text Placeholder 2">
            <a:extLst xmlns:a="http://schemas.openxmlformats.org/drawingml/2006/main">
              <a:ext uri="{FF2B5EF4-FFF2-40B4-BE49-F238E27FC236}">
                <a16:creationId xmlns:a16="http://schemas.microsoft.com/office/drawing/2014/main" id="{5B61FAF7-695D-4F81-9A5C-CBC29F5036E7}"/>
              </a:ext>
            </a:extLst>
          </p:cNvPr>
          <p:cNvSpPr>
            <a:spLocks xmlns:a="http://schemas.openxmlformats.org/drawingml/2006/main" noGrp="1"/>
          </p:cNvSpPr>
          <p:nvPr>
            <p:ph type="body" idx="1"/>
          </p:nvPr>
        </p:nvSpPr>
        <p:spPr>
          <a:xfrm xmlns:a="http://schemas.openxmlformats.org/drawingml/2006/main">
            <a:off x="2776451" y="2702748"/>
            <a:ext cx="9050423" cy="3123377"/>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03D66CD1-FB73-4D2B-B26E-BCADBDED43C0}"/>
              </a:ext>
            </a:extLst>
          </p:cNvPr>
          <p:cNvSpPr>
            <a:spLocks xmlns:a="http://schemas.openxmlformats.org/drawingml/2006/main" noGrp="1"/>
          </p:cNvSpPr>
          <p:nvPr>
            <p:ph type="dt" idx="2"/>
          </p:nvPr>
        </p:nvSpPr>
        <p:spPr>
          <a:xfrm xmlns:a="http://schemas.openxmlformats.org/drawingml/2006/main">
            <a:off x="7605951" y="5956137"/>
            <a:ext cx="284479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bg1"/>
                </a:solidFill>
              </a:defRPr>
            </a:lvl1pPr>
          </a:lstStyle>
          <a:p xmlns:a="http://schemas.openxmlformats.org/drawingml/2006/main">
            <a:fld id="{59A96ECF-3AFB-4639-9295-D19CB2B28DE5}" type="datetimeFigureOut">
              <a:t>16/09/2022</a:t>
            </a:fld>
            <a:endParaRPr/>
          </a:p>
        </p:txBody>
      </p:sp>
      <p:sp>
        <p:nvSpPr>
          <p:cNvPr id="5" name="Footer Placeholder 4">
            <a:extLst xmlns:a="http://schemas.openxmlformats.org/drawingml/2006/main">
              <a:ext uri="{FF2B5EF4-FFF2-40B4-BE49-F238E27FC236}">
                <a16:creationId xmlns:a16="http://schemas.microsoft.com/office/drawing/2014/main" id="{8DC898A3-6D04-4731-9CCB-5E88C7535DEB}"/>
              </a:ext>
            </a:extLst>
          </p:cNvPr>
          <p:cNvSpPr>
            <a:spLocks xmlns:a="http://schemas.openxmlformats.org/drawingml/2006/main" noGrp="1"/>
          </p:cNvSpPr>
          <p:nvPr>
            <p:ph type="ftr" idx="3"/>
          </p:nvPr>
        </p:nvSpPr>
        <p:spPr>
          <a:xfrm xmlns:a="http://schemas.openxmlformats.org/drawingml/2006/main">
            <a:off x="581192" y="5951811"/>
            <a:ext cx="691721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cap="all">
                <a:solidFill>
                  <a:schemeClr val="bg1"/>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28E5B7B-5D1E-4B47-8090-D6D71F1FC750}"/>
              </a:ext>
            </a:extLst>
          </p:cNvPr>
          <p:cNvSpPr>
            <a:spLocks xmlns:a="http://schemas.openxmlformats.org/drawingml/2006/main" noGrp="1"/>
          </p:cNvSpPr>
          <p:nvPr>
            <p:ph type="sldNum" idx="4"/>
          </p:nvPr>
        </p:nvSpPr>
        <p:spPr>
          <a:xfrm xmlns:a="http://schemas.openxmlformats.org/drawingml/2006/main">
            <a:off x="10558300" y="5956137"/>
            <a:ext cx="105251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bg1"/>
                </a:solidFill>
              </a:defRPr>
            </a:lvl1pPr>
          </a:lstStyle>
          <a:p xmlns:a="http://schemas.openxmlformats.org/drawingml/2006/main">
            <a:fld id="{884CB002-4CB8-4C9B-A42A-1F99E8D1B09A}" type="slidenum">
              <a:t>‹Nº›</a:t>
            </a:fld>
            <a:endParaRPr/>
          </a:p>
        </p:txBody>
      </p:sp>
      <p:pic>
        <p:nvPicPr>
          <p:cNvPr id="22" name="Imagen 28"/>
          <p:cNvPicPr>
            <a:picLocks xmlns:a="http://schemas.openxmlformats.org/drawingml/2006/main" noChangeAspect="1"/>
          </p:cNvPicPr>
          <p:nvPr/>
        </p:nvPicPr>
        <p:blipFill>
          <a:blip xmlns:r="http://schemas.openxmlformats.org/officeDocument/2006/relationships" xmlns:a="http://schemas.openxmlformats.org/drawingml/2006/main" r:embed="R97c52c506fe846ea">
            <a:alphaModFix/>
          </a:blip>
          <a:stretch xmlns:a="http://schemas.openxmlformats.org/drawingml/2006/main">
            <a:fillRect l="0" t="0" r="0" b="0"/>
          </a:stretch>
        </p:blipFill>
        <p:spPr>
          <a:xfrm xmlns:a="http://schemas.openxmlformats.org/drawingml/2006/main">
            <a:off x="9779000" y="116211"/>
            <a:ext cx="1058538" cy="1058538"/>
          </a:xfrm>
          <a:prstGeom xmlns:a="http://schemas.openxmlformats.org/drawingml/2006/main" prst="rect">
            <a:avLst/>
          </a:prstGeom>
          <a:effectLst xmlns:a="http://schemas.openxmlformats.org/drawingml/2006/main">
            <a:outerShdw blurRad="50800" dist="38100" dir="16200000" rotWithShape="0">
              <a:prstClr val="black">
                <a:alpha val="40000"/>
              </a:prstClr>
            </a:outerShdw>
          </a:effectLst>
        </p:spPr>
      </p:pic>
      <p:pic>
        <p:nvPicPr>
          <p:cNvPr id="23" name="Imagen 29"/>
          <p:cNvPicPr>
            <a:picLocks xmlns:a="http://schemas.openxmlformats.org/drawingml/2006/main" noChangeAspect="1"/>
          </p:cNvPicPr>
          <p:nvPr/>
        </p:nvPicPr>
        <p:blipFill>
          <a:blip xmlns:r="http://schemas.openxmlformats.org/officeDocument/2006/relationships" xmlns:a="http://schemas.openxmlformats.org/drawingml/2006/main" r:embed="Rd17cc44207394dee"/>
          <a:stretch xmlns:a="http://schemas.openxmlformats.org/drawingml/2006/main">
            <a:fillRect l="0" t="0" r="0" b="0"/>
          </a:stretch>
        </p:blipFill>
        <p:spPr>
          <a:xfrm xmlns:a="http://schemas.openxmlformats.org/drawingml/2006/main">
            <a:off x="6797086" y="182130"/>
            <a:ext cx="2432845" cy="947014"/>
          </a:xfrm>
          <a:prstGeom xmlns:a="http://schemas.openxmlformats.org/drawingml/2006/main" prst="rect">
            <a:avLst/>
          </a:prstGeom>
          <a:effectLst xmlns:a="http://schemas.openxmlformats.org/drawingml/2006/main">
            <a:outerShdw blurRad="50800" dist="38100" dir="5400000" algn="t" rotWithShape="0">
              <a:prstClr val="black">
                <a:alpha val="40000"/>
              </a:prstClr>
            </a:outerShdw>
          </a:effectLst>
        </p:spPr>
      </p:pic>
      <p:sp>
        <p:nvSpPr>
          <p:cNvPr id="11" name="CuadroTexto 10">
            <a:extLst xmlns:a="http://schemas.openxmlformats.org/drawingml/2006/main">
              <a:ext uri="{FF2B5EF4-FFF2-40B4-BE49-F238E27FC236}">
                <a16:creationId xmlns:a16="http://schemas.microsoft.com/office/drawing/2014/main" id="{F09C16F7-DA7C-41EA-BA59-46D7441DA6DF}"/>
              </a:ext>
            </a:extLst>
          </p:cNvPr>
          <p:cNvSpPr>
            <a:spLocks xmlns:a="http://schemas.openxmlformats.org/drawingml/2006/main" noGrp="1"/>
          </p:cNvSpPr>
          <p:nvPr/>
        </p:nvSpPr>
        <p:spPr>
          <a:xfrm xmlns:a="http://schemas.openxmlformats.org/drawingml/2006/main">
            <a:off x="-2789" y="-16626"/>
            <a:ext cx="432605" cy="6894195"/>
          </a:xfrm>
          <a:prstGeom xmlns:a="http://schemas.openxmlformats.org/drawingml/2006/main" prst="rect">
            <a:avLst/>
          </a:prstGeom>
          <a:solidFill xmlns:a="http://schemas.openxmlformats.org/drawingml/2006/main">
            <a:srgbClr val="00B050"/>
          </a:solidFill>
        </p:spPr>
        <p:txBody>
          <a:bodyPr xmlns:a="http://schemas.openxmlformats.org/drawingml/2006/main" wrap="square">
            <a:spAutoFit/>
          </a:bodyPr>
          <a:lstStyle xmlns:a="http://schemas.openxmlformats.org/drawingml/2006/main"/>
          <a:p xmlns:a="http://schemas.openxmlformats.org/drawingml/2006/main">
            <a:endParaRPr sz="3200" b="0">
              <a:solidFill>
                <a:schemeClr val="bg1"/>
              </a:solidFill>
            </a:endParaRPr>
          </a:p>
          <a:p xmlns:a="http://schemas.openxmlformats.org/drawingml/2006/main">
            <a:endParaRPr sz="1200" b="0">
              <a:solidFill>
                <a:schemeClr val="bg1"/>
              </a:solidFill>
            </a:endParaRPr>
          </a:p>
          <a:p xmlns:a="http://schemas.openxmlformats.org/drawingml/2006/main">
            <a:pPr algn="ctr">
              <a:buNone/>
            </a:pPr>
            <a:r>
              <a:rPr sz="3200" b="0">
                <a:solidFill>
                  <a:schemeClr val="bg1"/>
                </a:solidFill>
              </a:rPr>
              <a:t>S</a:t>
            </a:r>
          </a:p>
          <a:p xmlns:a="http://schemas.openxmlformats.org/drawingml/2006/main">
            <a:pPr marL="0" marR="0" lvl="0" indent="0" algn="ctr" defTabSz="457200">
              <a:lnSpc>
                <a:spcPct val="100000"/>
              </a:lnSpc>
              <a:spcBef>
                <a:spcPts val="0"/>
              </a:spcBef>
              <a:spcAft>
                <a:spcPts val="0"/>
              </a:spcAft>
              <a:buClrTx/>
              <a:buSzTx/>
              <a:buFontTx/>
              <a:buNone/>
            </a:pPr>
            <a:r>
              <a:rPr sz="3200" b="0">
                <a:solidFill>
                  <a:schemeClr val="bg1"/>
                </a:solidFill>
              </a:rPr>
              <a:t>I</a:t>
            </a:r>
          </a:p>
          <a:p xmlns:a="http://schemas.openxmlformats.org/drawingml/2006/main">
            <a:pPr marL="0" marR="0" lvl="0" indent="0" algn="ctr" defTabSz="457200">
              <a:lnSpc>
                <a:spcPct val="100000"/>
              </a:lnSpc>
              <a:spcBef>
                <a:spcPts val="0"/>
              </a:spcBef>
              <a:spcAft>
                <a:spcPts val="0"/>
              </a:spcAft>
              <a:buClrTx/>
              <a:buSzTx/>
              <a:buFontTx/>
              <a:buNone/>
            </a:pPr>
            <a:r>
              <a:rPr sz="3200" b="0">
                <a:solidFill>
                  <a:schemeClr val="bg1"/>
                </a:solidFill>
              </a:rPr>
              <a:t>M</a:t>
            </a:r>
          </a:p>
          <a:p xmlns:a="http://schemas.openxmlformats.org/drawingml/2006/main">
            <a:pPr algn="ctr">
              <a:buNone/>
            </a:pPr>
            <a:r>
              <a:rPr sz="3200" b="0">
                <a:solidFill>
                  <a:schemeClr val="bg1"/>
                </a:solidFill>
              </a:rPr>
              <a:t>U</a:t>
            </a:r>
          </a:p>
          <a:p xmlns:a="http://schemas.openxmlformats.org/drawingml/2006/main">
            <a:pPr algn="ctr">
              <a:buNone/>
            </a:pPr>
            <a:r>
              <a:rPr sz="3200" b="0">
                <a:solidFill>
                  <a:schemeClr val="bg1"/>
                </a:solidFill>
              </a:rPr>
              <a:t>L</a:t>
            </a:r>
          </a:p>
          <a:p xmlns:a="http://schemas.openxmlformats.org/drawingml/2006/main">
            <a:pPr algn="ctr">
              <a:buNone/>
            </a:pPr>
            <a:r>
              <a:rPr sz="3200" b="0">
                <a:solidFill>
                  <a:schemeClr val="bg1"/>
                </a:solidFill>
              </a:rPr>
              <a:t>T</a:t>
            </a:r>
          </a:p>
          <a:p xmlns:a="http://schemas.openxmlformats.org/drawingml/2006/main">
            <a:pPr algn="ctr">
              <a:buNone/>
            </a:pPr>
            <a:r>
              <a:rPr sz="3200" b="0">
                <a:solidFill>
                  <a:schemeClr val="bg1"/>
                </a:solidFill>
              </a:rPr>
              <a:t>Á</a:t>
            </a:r>
          </a:p>
          <a:p xmlns:a="http://schemas.openxmlformats.org/drawingml/2006/main">
            <a:pPr algn="ctr">
              <a:buNone/>
            </a:pPr>
            <a:r>
              <a:rPr sz="3200" b="0">
                <a:solidFill>
                  <a:schemeClr val="bg1"/>
                </a:solidFill>
              </a:rPr>
              <a:t>N</a:t>
            </a:r>
          </a:p>
          <a:p xmlns:a="http://schemas.openxmlformats.org/drawingml/2006/main">
            <a:pPr algn="ctr">
              <a:buNone/>
            </a:pPr>
            <a:r>
              <a:rPr sz="3200" b="0">
                <a:solidFill>
                  <a:schemeClr val="bg1"/>
                </a:solidFill>
              </a:rPr>
              <a:t>E</a:t>
            </a:r>
          </a:p>
          <a:p xmlns:a="http://schemas.openxmlformats.org/drawingml/2006/main">
            <a:pPr algn="ctr">
              <a:buNone/>
            </a:pPr>
            <a:r>
              <a:rPr sz="3200" b="0">
                <a:solidFill>
                  <a:schemeClr val="bg1"/>
                </a:solidFill>
              </a:rPr>
              <a:t>A</a:t>
            </a:r>
          </a:p>
          <a:p xmlns:a="http://schemas.openxmlformats.org/drawingml/2006/main">
            <a:endParaRPr sz="4600" b="0">
              <a:solidFill>
                <a:schemeClr val="bg1"/>
              </a:solidFill>
            </a:endParaRPr>
          </a:p>
          <a:p xmlns:a="http://schemas.openxmlformats.org/drawingml/2006/main">
            <a:endParaRPr sz="3200" b="0">
              <a:solidFill>
                <a:schemeClr val="bg1"/>
              </a:solidFill>
            </a:endParaRPr>
          </a:p>
        </p:txBody>
      </p:sp>
      <p:pic>
        <p:nvPicPr>
          <p:cNvPr id="25" name="Imagen 9"/>
          <p:cNvPicPr>
            <a:picLocks xmlns:a="http://schemas.openxmlformats.org/drawingml/2006/main" noChangeAspect="1"/>
          </p:cNvPicPr>
          <p:nvPr/>
        </p:nvPicPr>
        <p:blipFill>
          <a:blip xmlns:r="http://schemas.openxmlformats.org/officeDocument/2006/relationships" xmlns:a="http://schemas.openxmlformats.org/drawingml/2006/main" r:embed="R5a7cefbd64b5459b">
            <a:biLevel thresh="25000"/>
          </a:blip>
          <a:stretch xmlns:a="http://schemas.openxmlformats.org/drawingml/2006/main">
            <a:fillRect l="0" t="0" r="0" b="0"/>
          </a:stretch>
        </p:blipFill>
        <p:spPr>
          <a:xfrm xmlns:a="http://schemas.openxmlformats.org/drawingml/2006/main">
            <a:off x="157007" y="6316936"/>
            <a:ext cx="1197416" cy="379463"/>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fa2f5ed54e4ff5"/>
    <p:sldLayoutId xmlns:r="http://schemas.openxmlformats.org/officeDocument/2006/relationships" id="2147483650" r:id="Radc29827d5b84ff7"/>
    <p:sldLayoutId xmlns:r="http://schemas.openxmlformats.org/officeDocument/2006/relationships" id="2147483651" r:id="Rf3695157f3a949f9"/>
    <p:sldLayoutId xmlns:r="http://schemas.openxmlformats.org/officeDocument/2006/relationships" id="2147483652" r:id="R4b73d358ac4c40df"/>
    <p:sldLayoutId xmlns:r="http://schemas.openxmlformats.org/officeDocument/2006/relationships" id="2147483653" r:id="R3fe8bd158b8946ff"/>
    <p:sldLayoutId xmlns:r="http://schemas.openxmlformats.org/officeDocument/2006/relationships" id="2147483654" r:id="Rdb4909693b324e72"/>
    <p:sldLayoutId xmlns:r="http://schemas.openxmlformats.org/officeDocument/2006/relationships" id="2147483655" r:id="R920afb254a344b4c"/>
    <p:sldLayoutId xmlns:r="http://schemas.openxmlformats.org/officeDocument/2006/relationships" id="2147483656" r:id="R4f203048171240c3"/>
    <p:sldLayoutId xmlns:r="http://schemas.openxmlformats.org/officeDocument/2006/relationships" id="2147483657" r:id="R43ec40cc1e8d47c8"/>
    <p:sldLayoutId xmlns:r="http://schemas.openxmlformats.org/officeDocument/2006/relationships" id="2147483658" r:id="R4e241d6da45e4e51"/>
    <p:sldLayoutId xmlns:r="http://schemas.openxmlformats.org/officeDocument/2006/relationships" id="2147483659" r:id="R3c3403ee28ae4c99"/>
  </p:sldLayoutIdLst>
  <p:txStyles>
    <p:titleStyle>
      <a:lvl1pPr xmlns:a="http://schemas.openxmlformats.org/drawingml/2006/main" algn="l" defTabSz="457200">
        <a:spcBef>
          <a:spcPct val="0"/>
        </a:spcBef>
        <a:buNone/>
        <a:defRPr sz="2800" b="0" kern="1200" cap="all">
          <a:solidFill>
            <a:srgbClr val="FFFF00"/>
          </a:solidFill>
          <a:latin typeface="+mj-lt"/>
          <a:ea typeface="+mj-lt"/>
          <a:cs typeface="+mj-lt"/>
        </a:defRPr>
      </a:lvl1pPr>
      <a:lvl2pPr xmlns:a="http://schemas.openxmlformats.org/drawingml/2006/main">
        <a:buNone/>
        <a:defRPr>
          <a:solidFill>
            <a:schemeClr val="tx2"/>
          </a:solidFill>
        </a:defRPr>
      </a:lvl2pPr>
      <a:lvl3pPr xmlns:a="http://schemas.openxmlformats.org/drawingml/2006/main">
        <a:buNone/>
        <a:defRPr>
          <a:solidFill>
            <a:schemeClr val="tx2"/>
          </a:solidFill>
        </a:defRPr>
      </a:lvl3pPr>
      <a:lvl4pPr xmlns:a="http://schemas.openxmlformats.org/drawingml/2006/main">
        <a:buNone/>
        <a:defRPr>
          <a:solidFill>
            <a:schemeClr val="tx2"/>
          </a:solidFill>
        </a:defRPr>
      </a:lvl4pPr>
      <a:lvl5pPr xmlns:a="http://schemas.openxmlformats.org/drawingml/2006/main">
        <a:buNone/>
        <a:defRPr>
          <a:solidFill>
            <a:schemeClr val="tx2"/>
          </a:solidFill>
        </a:defRPr>
      </a:lvl5pPr>
      <a:lvl6pPr xmlns:a="http://schemas.openxmlformats.org/drawingml/2006/main">
        <a:buNone/>
        <a:defRPr>
          <a:solidFill>
            <a:schemeClr val="tx2"/>
          </a:solidFill>
        </a:defRPr>
      </a:lvl6pPr>
      <a:lvl7pPr xmlns:a="http://schemas.openxmlformats.org/drawingml/2006/main">
        <a:buNone/>
        <a:defRPr>
          <a:solidFill>
            <a:schemeClr val="tx2"/>
          </a:solidFill>
        </a:defRPr>
      </a:lvl7pPr>
      <a:lvl8pPr xmlns:a="http://schemas.openxmlformats.org/drawingml/2006/main">
        <a:buNone/>
        <a:defRPr>
          <a:solidFill>
            <a:schemeClr val="tx2"/>
          </a:solidFill>
        </a:defRPr>
      </a:lvl8pPr>
      <a:lvl9pPr xmlns:a="http://schemas.openxmlformats.org/drawingml/2006/main">
        <a:buNone/>
        <a:defRPr>
          <a:solidFill>
            <a:schemeClr val="tx2"/>
          </a:solidFill>
        </a:defRPr>
      </a:lvl9pPr>
    </p:titleStyle>
    <p:bodyStyle>
      <a:lvl1pPr xmlns:a="http://schemas.openxmlformats.org/drawingml/2006/main" marL="306000" indent="-306000" algn="l" defTabSz="457200">
        <a:spcBef>
          <a:spcPct val="20000"/>
        </a:spcBef>
        <a:spcAft>
          <a:spcPts val="600"/>
        </a:spcAft>
        <a:buClr>
          <a:srgbClr val="FF6600"/>
        </a:buClr>
        <a:buSzPct val="92000"/>
        <a:buFont typeface="Wingdings 2"/>
        <a:buChar char=""/>
        <a:defRPr sz="1800" kern="1200">
          <a:solidFill>
            <a:srgbClr val="FFFF00"/>
          </a:solidFill>
          <a:latin typeface="+mn-lt"/>
          <a:ea typeface="+mn-lt"/>
          <a:cs typeface="+mn-lt"/>
        </a:defRPr>
      </a:lvl1pPr>
      <a:lvl2pPr xmlns:a="http://schemas.openxmlformats.org/drawingml/2006/main" marL="630000" indent="-306000" algn="l" defTabSz="457200">
        <a:spcBef>
          <a:spcPct val="20000"/>
        </a:spcBef>
        <a:spcAft>
          <a:spcPts val="600"/>
        </a:spcAft>
        <a:buClr>
          <a:srgbClr val="FF6600"/>
        </a:buClr>
        <a:buSzPct val="92000"/>
        <a:buFont typeface="Wingdings 2"/>
        <a:buChar char=""/>
        <a:defRPr sz="1600" kern="1200">
          <a:solidFill>
            <a:srgbClr val="FFFF00"/>
          </a:solidFill>
          <a:latin typeface="+mn-lt"/>
          <a:ea typeface="+mn-lt"/>
          <a:cs typeface="+mn-lt"/>
        </a:defRPr>
      </a:lvl2pPr>
      <a:lvl3pPr xmlns:a="http://schemas.openxmlformats.org/drawingml/2006/main" marL="900000" indent="-270000" algn="l" defTabSz="457200">
        <a:spcBef>
          <a:spcPct val="20000"/>
        </a:spcBef>
        <a:spcAft>
          <a:spcPts val="600"/>
        </a:spcAft>
        <a:buClr>
          <a:srgbClr val="FF6600"/>
        </a:buClr>
        <a:buSzPct val="92000"/>
        <a:buFont typeface="Wingdings 2"/>
        <a:buChar char=""/>
        <a:defRPr sz="1400" kern="1200">
          <a:solidFill>
            <a:srgbClr val="FFFF00"/>
          </a:solidFill>
          <a:latin typeface="+mn-lt"/>
          <a:ea typeface="+mn-lt"/>
          <a:cs typeface="+mn-lt"/>
        </a:defRPr>
      </a:lvl3pPr>
      <a:lvl4pPr xmlns:a="http://schemas.openxmlformats.org/drawingml/2006/main" marL="1242000" indent="-234000" algn="l" defTabSz="457200">
        <a:spcBef>
          <a:spcPct val="20000"/>
        </a:spcBef>
        <a:spcAft>
          <a:spcPts val="600"/>
        </a:spcAft>
        <a:buClr>
          <a:srgbClr val="FF6600"/>
        </a:buClr>
        <a:buSzPct val="92000"/>
        <a:buFont typeface="Wingdings 2"/>
        <a:buChar char=""/>
        <a:defRPr sz="1200" kern="1200">
          <a:solidFill>
            <a:srgbClr val="FFFF00"/>
          </a:solidFill>
          <a:latin typeface="+mn-lt"/>
          <a:ea typeface="+mn-lt"/>
          <a:cs typeface="+mn-lt"/>
        </a:defRPr>
      </a:lvl4pPr>
      <a:lvl5pPr xmlns:a="http://schemas.openxmlformats.org/drawingml/2006/main" marL="1602000" indent="-234000" algn="l" defTabSz="457200">
        <a:spcBef>
          <a:spcPct val="20000"/>
        </a:spcBef>
        <a:spcAft>
          <a:spcPts val="600"/>
        </a:spcAft>
        <a:buClr>
          <a:srgbClr val="FF6600"/>
        </a:buClr>
        <a:buSzPct val="92000"/>
        <a:buFont typeface="Wingdings 2"/>
        <a:buChar char=""/>
        <a:defRPr sz="1200" kern="1200">
          <a:solidFill>
            <a:srgbClr val="FFFF00"/>
          </a:solidFill>
          <a:latin typeface="+mn-lt"/>
          <a:ea typeface="+mn-lt"/>
          <a:cs typeface="+mn-lt"/>
        </a:defRPr>
      </a:lvl5pPr>
      <a:lvl6pPr xmlns:a="http://schemas.openxmlformats.org/drawingml/2006/main" marL="1900000" indent="-228600" algn="l" defTabSz="457200">
        <a:spcBef>
          <a:spcPct val="20000"/>
        </a:spcBef>
        <a:spcAft>
          <a:spcPts val="600"/>
        </a:spcAft>
        <a:buClr>
          <a:schemeClr val="accent2"/>
        </a:buClr>
        <a:buSzPct val="92000"/>
        <a:buFont typeface="Wingdings 2"/>
        <a:buChar char=""/>
        <a:defRPr sz="1200" kern="1200">
          <a:solidFill>
            <a:schemeClr val="tx2"/>
          </a:solidFill>
          <a:latin typeface="+mn-lt"/>
          <a:ea typeface="+mn-lt"/>
          <a:cs typeface="+mn-lt"/>
        </a:defRPr>
      </a:lvl6pPr>
      <a:lvl7pPr xmlns:a="http://schemas.openxmlformats.org/drawingml/2006/main" marL="2200000" indent="-228600" algn="l" defTabSz="457200">
        <a:spcBef>
          <a:spcPct val="20000"/>
        </a:spcBef>
        <a:spcAft>
          <a:spcPts val="600"/>
        </a:spcAft>
        <a:buClr>
          <a:schemeClr val="accent2"/>
        </a:buClr>
        <a:buSzPct val="92000"/>
        <a:buFont typeface="Wingdings 2"/>
        <a:buChar char=""/>
        <a:defRPr sz="1200" kern="1200">
          <a:solidFill>
            <a:schemeClr val="tx2"/>
          </a:solidFill>
          <a:latin typeface="+mn-lt"/>
          <a:ea typeface="+mn-lt"/>
          <a:cs typeface="+mn-lt"/>
        </a:defRPr>
      </a:lvl7pPr>
      <a:lvl8pPr xmlns:a="http://schemas.openxmlformats.org/drawingml/2006/main" marL="2500000" indent="-228600" algn="l" defTabSz="457200">
        <a:spcBef>
          <a:spcPct val="20000"/>
        </a:spcBef>
        <a:spcAft>
          <a:spcPts val="600"/>
        </a:spcAft>
        <a:buClr>
          <a:schemeClr val="accent2"/>
        </a:buClr>
        <a:buSzPct val="92000"/>
        <a:buFont typeface="Wingdings 2"/>
        <a:buChar char=""/>
        <a:defRPr sz="1200" kern="1200">
          <a:solidFill>
            <a:schemeClr val="tx2"/>
          </a:solidFill>
          <a:latin typeface="+mn-lt"/>
          <a:ea typeface="+mn-lt"/>
          <a:cs typeface="+mn-lt"/>
        </a:defRPr>
      </a:lvl8pPr>
      <a:lvl9pPr xmlns:a="http://schemas.openxmlformats.org/drawingml/2006/main" marL="2800000" indent="-228600" algn="l" defTabSz="457200">
        <a:spcBef>
          <a:spcPct val="20000"/>
        </a:spcBef>
        <a:spcAft>
          <a:spcPts val="600"/>
        </a:spcAft>
        <a:buClr>
          <a:schemeClr val="accent2"/>
        </a:buClr>
        <a:buSzPct val="92000"/>
        <a:buFont typeface="Wingdings 2"/>
        <a:buChar char=""/>
        <a:defRPr sz="1200" kern="1200">
          <a:solidFill>
            <a:schemeClr val="tx2"/>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NACIC2020">
  <a:themeElements>
    <a:clrScheme name="Dividendo">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o">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lumMod val="100000"/>
                <a:alpha val="9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a:solidFill>
            <a:schemeClr val="phClr">
              <a:lumMod val="90000"/>
            </a:schemeClr>
          </a:solidFill>
          <a:prstDash val="solid"/>
        </a:ln>
        <a:ln w="22225">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88000">
              <a:schemeClr val="phClr">
                <a:shade val="94000"/>
                <a:lumMod val="88000"/>
                <a:satMod val="110000"/>
              </a:schemeClr>
            </a:gs>
          </a:gsLst>
          <a:lin ang="5400000" scaled="0"/>
        </a:gradFill>
        <a:gradFill rotWithShape="1">
          <a:gsLst>
            <a:gs pos="0">
              <a:schemeClr val="phClr">
                <a:tint val="90000"/>
                <a:lumMod val="110000"/>
              </a:schemeClr>
            </a:gs>
            <a:gs pos="100000">
              <a:schemeClr val="phClr">
                <a:shade val="98000"/>
                <a:lumMod val="86000"/>
                <a:satMod val="110000"/>
              </a:schemeClr>
            </a:gs>
          </a:gsLst>
          <a:path path="circle">
            <a:fillToRect l="50000" t="50000" r="100000" b="10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28ab48afd76845ad" /><Relationship Type="http://schemas.openxmlformats.org/officeDocument/2006/relationships/notesSlide" Target="/ppt/notesSlides/notesSlide1.xml" Id="R6c68ac98b47b4b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5e9d9d7eab54344" /><Relationship Type="http://schemas.openxmlformats.org/officeDocument/2006/relationships/notesSlide" Target="/ppt/notesSlides/notesSlide2.xml" Id="Rf170cbe0f49848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7d40ecb1b9c647c4" /><Relationship Type="http://schemas.openxmlformats.org/officeDocument/2006/relationships/chart" Target="/ppt/slides/charts/chart1.xml" Id="R49daa178f0024cff" /><Relationship Type="http://schemas.openxmlformats.org/officeDocument/2006/relationships/notesSlide" Target="/ppt/notesSlides/notesSlide3.xml" Id="R1c6f5b1853fe45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fe4cb5c4a43c456d" /><Relationship Type="http://schemas.openxmlformats.org/officeDocument/2006/relationships/notesSlide" Target="/ppt/notesSlides/notesSlide4.xml" Id="R70a20ca131a747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c265d11d651744d4" /><Relationship Type="http://schemas.openxmlformats.org/officeDocument/2006/relationships/notesSlide" Target="/ppt/notesSlides/notesSlide5.xml" Id="R202ae9fdd8df47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e6e1d292f1e34cc9" /><Relationship Type="http://schemas.openxmlformats.org/officeDocument/2006/relationships/image" Target="/ppt/media/image4.png" Id="R9225b61dafe14984" /><Relationship Type="http://schemas.openxmlformats.org/officeDocument/2006/relationships/notesSlide" Target="/ppt/notesSlides/notesSlide6.xml" Id="R95e11d72e73b45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4b4a47a24be4aef" /><Relationship Type="http://schemas.openxmlformats.org/officeDocument/2006/relationships/notesSlide" Target="/ppt/notesSlides/notesSlide7.xml" Id="Rcca82c0e366f4d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0d916c9a5ba445f" /><Relationship Type="http://schemas.openxmlformats.org/officeDocument/2006/relationships/image" Target="/ppt/media/image5.png" Id="R2f47cc8c280b4103" /><Relationship Type="http://schemas.openxmlformats.org/officeDocument/2006/relationships/notesSlide" Target="/ppt/notesSlides/notesSlide8.xml" Id="Raf77c1d6f9514a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0d7059feb7e4e34" /><Relationship Type="http://schemas.openxmlformats.org/officeDocument/2006/relationships/image" Target="/ppt/media/image6.png" Id="Rf01ae1adee7e4e0e" /><Relationship Type="http://schemas.openxmlformats.org/officeDocument/2006/relationships/notesSlide" Target="/ppt/notesSlides/notesSlide9.xml" Id="R6d97295ad44d42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2eb1c9f9610e4a30" /><Relationship Type="http://schemas.openxmlformats.org/officeDocument/2006/relationships/notesSlide" Target="/ppt/notesSlides/notesSlide10.xml" Id="Ra8ce792ac0e144c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Filas del panel</c:v>
          </c:tx>
          <c:spPr>
            <a:solidFill xmlns:a="http://schemas.openxmlformats.org/drawingml/2006/main">
              <a:srgbClr val="24719B"/>
            </a:solidFill>
          </c:spPr>
          <c:cat>
            <c:numRef>
              <c:f>'Chart Data'!$A$2:$A$6</c:f>
              <c:numCache>
                <c:formatCode>General</c:formatCode>
                <c:ptCount val="5"/>
                <c:pt idx="0">
                  <c:v>2020</c:v>
                </c:pt>
                <c:pt idx="1">
                  <c:v>2021</c:v>
                </c:pt>
                <c:pt idx="2">
                  <c:v>2022</c:v>
                </c:pt>
                <c:pt idx="3">
                  <c:v>2023</c:v>
                </c:pt>
                <c:pt idx="4">
                  <c:v>2024</c:v>
                </c:pt>
              </c:numCache>
            </c:numRef>
          </c:cat>
          <c:val>
            <c:numRef>
              <c:f>'Chart Data'!$B$2:$B$6</c:f>
              <c:numCache>
                <c:formatCode>General</c:formatCode>
                <c:ptCount val="5"/>
                <c:pt idx="0">
                  <c:v>19135</c:v>
                </c:pt>
                <c:pt idx="1">
                  <c:v>24233</c:v>
                </c:pt>
                <c:pt idx="2">
                  <c:v>27722</c:v>
                </c:pt>
                <c:pt idx="3">
                  <c:v>27864</c:v>
                </c:pt>
                <c:pt idx="4">
                  <c:v>28762</c:v>
                </c:pt>
              </c:numCache>
            </c:numRef>
          </c:val>
        </c:ser>
        <c:dLbls>
          <c:txPr>
            <a:bodyPr xmlns:a="http://schemas.openxmlformats.org/drawingml/2006/main" anchorCtr="1"/>
            <a:lstStyle xmlns:a="http://schemas.openxmlformats.org/drawingml/2006/main"/>
            <a:p xmlns:a="http://schemas.openxmlformats.org/drawingml/2006/main">
              <a:pPr>
                <a:defRPr>
                  <a:latin typeface="Gill Sans MT"/>
                  <a:ea typeface="Gill Sans MT"/>
                  <a:cs typeface="Gill Sans MT"/>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Gill Sans MT"/>
                <a:ea typeface="Gill Sans MT"/>
                <a:cs typeface="Gill Sans MT"/>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Gill Sans MT"/>
                <a:ea typeface="Gill Sans MT"/>
                <a:cs typeface="Gill Sans MT"/>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ítulo 3">
            <a:extLst xmlns:a="http://schemas.openxmlformats.org/drawingml/2006/main">
              <a:ext uri="{FF2B5EF4-FFF2-40B4-BE49-F238E27FC236}">
                <a16:creationId xmlns:a16="http://schemas.microsoft.com/office/drawing/2014/main" id="{353C3117-9F85-49CF-B38A-DAC785C33987}"/>
              </a:ext>
            </a:extLst>
          </p:cNvPr>
          <p:cNvSpPr>
            <a:spLocks xmlns:a="http://schemas.openxmlformats.org/drawingml/2006/main" noGrp="1"/>
          </p:cNvSpPr>
          <p:nvPr>
            <p:ph type="title" idx="0"/>
          </p:nvPr>
        </p:nvSpPr>
        <p:spPr>
          <a:xfrm xmlns:a="http://schemas.openxmlformats.org/drawingml/2006/main">
            <a:off x="1355543" y="2122069"/>
            <a:ext cx="10569316" cy="1257631"/>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endParaRPr/>
          </a:p>
        </p:txBody>
      </p:sp>
      <p:sp>
        <p:nvSpPr>
          <p:cNvPr id="5" name="Marcador de texto 4">
            <a:extLst xmlns:a="http://schemas.openxmlformats.org/drawingml/2006/main">
              <a:ext uri="{FF2B5EF4-FFF2-40B4-BE49-F238E27FC236}">
                <a16:creationId xmlns:a16="http://schemas.microsoft.com/office/drawing/2014/main" id="{243C103C-94CF-402E-AF71-9430D6A54318}"/>
              </a:ext>
            </a:extLst>
          </p:cNvPr>
          <p:cNvSpPr>
            <a:spLocks xmlns:a="http://schemas.openxmlformats.org/drawingml/2006/main" noGrp="1"/>
          </p:cNvSpPr>
          <p:nvPr>
            <p:ph type="body" idx="1"/>
          </p:nvPr>
        </p:nvSpPr>
        <p:spPr>
          <a:xfrm xmlns:a="http://schemas.openxmlformats.org/drawingml/2006/main">
            <a:off x="2570818" y="3704982"/>
            <a:ext cx="8564213" cy="337792"/>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p xmlns:a="http://schemas.openxmlformats.org/drawingml/2006/main">
            <a:endParaRPr/>
          </a:p>
        </p:txBody>
      </p:sp>
      <p:sp>
        <p:nvSpPr>
          <p:cNvPr id="6" name="">
            <a:extLst xmlns:a="http://schemas.openxmlformats.org/drawingml/2006/main">
              <a:ext uri="{FF2B5EF4-FFF2-40B4-BE49-F238E27FC236}">
                <a16:creationId xmlns:a16="http://schemas.microsoft.com/office/drawing/2014/main" id="{A0ADFF96-3646-4EC7-9184-01C7D9E840DC}"/>
              </a:ext>
            </a:extLst>
          </p:cNvPr>
          <p:cNvSpPr>
            <a:spLocks xmlns:a="http://schemas.openxmlformats.org/drawingml/2006/main" noGrp="1"/>
          </p:cNvSpPr>
          <p:nvPr/>
        </p:nvSpPr>
        <p:spPr>
          <a:xfrm xmlns:a="http://schemas.openxmlformats.org/drawingml/2006/main">
            <a:off x="1333500" y="1562100"/>
            <a:ext cx="10096500" cy="4381500"/>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87A65A-B3A4-4358-A12E-4E685ED45FDB}"/>
              </a:ext>
            </a:extLst>
          </p:cNvPr>
          <p:cNvSpPr>
            <a:spLocks xmlns:a="http://schemas.openxmlformats.org/drawingml/2006/main" noGrp="1"/>
          </p:cNvSpPr>
          <p:nvPr/>
        </p:nvSpPr>
        <p:spPr>
          <a:xfrm xmlns:a="http://schemas.openxmlformats.org/drawingml/2006/main">
            <a:off x="1619250" y="1771650"/>
            <a:ext cx="952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FFFFF"/>
                </a:solidFill>
                <a:latin typeface="Gill Sans MT"/>
                <a:ea typeface="Gill Sans MT"/>
                <a:cs typeface="Gill Sans MT"/>
              </a:defRPr>
            </a:pPr>
            <a:r>
              <a:rPr sz="2550" b="1">
                <a:solidFill>
                  <a:srgbClr val="FFFFFF"/>
                </a:solidFill>
                <a:latin typeface="Gill Sans MT"/>
                <a:ea typeface="Gill Sans MT"/>
                <a:cs typeface="Gill Sans MT"/>
              </a:rPr>
              <a:t>Predicción del PROMEDIO_GLOBAL de Saber Pro mediante LightGBM y auditoría de fuga temporal: un estudio a nivel de programa académico en Colombia</a:t>
            </a:r>
          </a:p>
        </p:txBody>
      </p:sp>
      <p:sp>
        <p:nvSpPr>
          <p:cNvPr id="8" name="">
            <a:extLst xmlns:a="http://schemas.openxmlformats.org/drawingml/2006/main">
              <a:ext uri="{FF2B5EF4-FFF2-40B4-BE49-F238E27FC236}">
                <a16:creationId xmlns:a16="http://schemas.microsoft.com/office/drawing/2014/main" id="{D202801A-2F9B-441F-B18F-9EEA3829CF69}"/>
              </a:ext>
            </a:extLst>
          </p:cNvPr>
          <p:cNvSpPr>
            <a:spLocks xmlns:a="http://schemas.openxmlformats.org/drawingml/2006/main" noGrp="1"/>
          </p:cNvSpPr>
          <p:nvPr/>
        </p:nvSpPr>
        <p:spPr>
          <a:xfrm xmlns:a="http://schemas.openxmlformats.org/drawingml/2006/main">
            <a:off x="1619250" y="3905250"/>
            <a:ext cx="933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FFFFFF"/>
                </a:solidFill>
                <a:latin typeface="Gill Sans MT"/>
                <a:ea typeface="Gill Sans MT"/>
                <a:cs typeface="Gill Sans MT"/>
              </a:defRPr>
            </a:pPr>
            <a:r>
              <a:rPr sz="2100" b="0">
                <a:solidFill>
                  <a:srgbClr val="FFFFFF"/>
                </a:solidFill>
                <a:latin typeface="Gill Sans MT"/>
                <a:ea typeface="Gill Sans MT"/>
                <a:cs typeface="Gill Sans MT"/>
              </a:rPr>
              <a:t>Edwin Santiago Paz Bedoya</a:t>
            </a:r>
          </a:p>
          <a:p xmlns:a="http://schemas.openxmlformats.org/drawingml/2006/main">
            <a:pPr>
              <a:defRPr sz="2100" b="0">
                <a:solidFill>
                  <a:srgbClr val="FFFFFF"/>
                </a:solidFill>
                <a:latin typeface="Gill Sans MT"/>
                <a:ea typeface="Gill Sans MT"/>
                <a:cs typeface="Gill Sans MT"/>
              </a:defRPr>
            </a:pPr>
            <a:r>
              <a:rPr sz="2100" b="0">
                <a:solidFill>
                  <a:srgbClr val="FFFFFF"/>
                </a:solidFill>
                <a:latin typeface="Gill Sans MT"/>
                <a:ea typeface="Gill Sans MT"/>
                <a:cs typeface="Gill Sans MT"/>
              </a:rPr>
              <a:t>Nathalia Orozco Morales</a:t>
            </a:r>
          </a:p>
        </p:txBody>
      </p:sp>
      <p:sp>
        <p:nvSpPr>
          <p:cNvPr id="9" name="">
            <a:extLst xmlns:a="http://schemas.openxmlformats.org/drawingml/2006/main">
              <a:ext uri="{FF2B5EF4-FFF2-40B4-BE49-F238E27FC236}">
                <a16:creationId xmlns:a16="http://schemas.microsoft.com/office/drawing/2014/main" id="{7B573B9C-34BE-46F3-9747-4CD340E14222}"/>
              </a:ext>
            </a:extLst>
          </p:cNvPr>
          <p:cNvSpPr>
            <a:spLocks xmlns:a="http://schemas.openxmlformats.org/drawingml/2006/main" noGrp="1"/>
          </p:cNvSpPr>
          <p:nvPr/>
        </p:nvSpPr>
        <p:spPr>
          <a:xfrm xmlns:a="http://schemas.openxmlformats.org/drawingml/2006/main">
            <a:off x="1619250" y="4714875"/>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FFFFFF"/>
                </a:solidFill>
                <a:latin typeface="Gill Sans MT"/>
                <a:ea typeface="Gill Sans MT"/>
                <a:cs typeface="Gill Sans MT"/>
              </a:defRPr>
            </a:pPr>
            <a:r>
              <a:rPr sz="1725" b="0">
                <a:solidFill>
                  <a:srgbClr val="FFFFFF"/>
                </a:solidFill>
                <a:latin typeface="Gill Sans MT"/>
                <a:ea typeface="Gill Sans MT"/>
                <a:cs typeface="Gill Sans MT"/>
              </a:rPr>
              <a:t>UNIMINUTO Virtual – Bogotá, Colombia</a:t>
            </a:r>
          </a:p>
        </p:txBody>
      </p:sp>
      <p:sp>
        <p:nvSpPr>
          <p:cNvPr id="10" name="">
            <a:extLst xmlns:a="http://schemas.openxmlformats.org/drawingml/2006/main">
              <a:ext uri="{FF2B5EF4-FFF2-40B4-BE49-F238E27FC236}">
                <a16:creationId xmlns:a16="http://schemas.microsoft.com/office/drawing/2014/main" id="{1F975BE5-92F8-432D-A5A1-C44F3949184D}"/>
              </a:ext>
            </a:extLst>
          </p:cNvPr>
          <p:cNvSpPr>
            <a:spLocks xmlns:a="http://schemas.openxmlformats.org/drawingml/2006/main" noGrp="1"/>
          </p:cNvSpPr>
          <p:nvPr/>
        </p:nvSpPr>
        <p:spPr>
          <a:xfrm xmlns:a="http://schemas.openxmlformats.org/drawingml/2006/main">
            <a:off x="1619250" y="51435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FFFFFF"/>
                </a:solidFill>
                <a:latin typeface="Gill Sans MT"/>
                <a:ea typeface="Gill Sans MT"/>
                <a:cs typeface="Gill Sans MT"/>
              </a:defRPr>
            </a:pPr>
            <a:r>
              <a:rPr sz="1425" b="0">
                <a:solidFill>
                  <a:srgbClr val="FFFFFF"/>
                </a:solidFill>
                <a:latin typeface="Gill Sans MT"/>
                <a:ea typeface="Gill Sans MT"/>
                <a:cs typeface="Gill Sans MT"/>
              </a:rPr>
              <a:t>edwin.paz@uniminuto.edu</a:t>
            </a:r>
          </a:p>
          <a:p xmlns:a="http://schemas.openxmlformats.org/drawingml/2006/main">
            <a:pPr>
              <a:defRPr sz="1425" b="0">
                <a:solidFill>
                  <a:srgbClr val="FFFFFF"/>
                </a:solidFill>
                <a:latin typeface="Gill Sans MT"/>
                <a:ea typeface="Gill Sans MT"/>
                <a:cs typeface="Gill Sans MT"/>
              </a:defRPr>
            </a:pPr>
            <a:r>
              <a:rPr sz="1425" b="0">
                <a:solidFill>
                  <a:srgbClr val="FFFFFF"/>
                </a:solidFill>
                <a:latin typeface="Gill Sans MT"/>
                <a:ea typeface="Gill Sans MT"/>
                <a:cs typeface="Gill Sans MT"/>
              </a:rPr>
              <a:t>nathalia.orozco@uniminuto.edu</a:t>
            </a:r>
          </a:p>
        </p:txBody>
      </p:sp>
      <p:sp>
        <p:nvSpPr>
          <p:cNvPr id="11" name="">
            <a:extLst xmlns:a="http://schemas.openxmlformats.org/drawingml/2006/main">
              <a:ext uri="{FF2B5EF4-FFF2-40B4-BE49-F238E27FC236}">
                <a16:creationId xmlns:a16="http://schemas.microsoft.com/office/drawing/2014/main" id="{BC211CF6-8194-4703-A861-FDB6632D2741}"/>
              </a:ext>
            </a:extLst>
          </p:cNvPr>
          <p:cNvSpPr>
            <a:spLocks xmlns:a="http://schemas.openxmlformats.org/drawingml/2006/main" noGrp="1"/>
          </p:cNvSpPr>
          <p:nvPr/>
        </p:nvSpPr>
        <p:spPr>
          <a:xfrm xmlns:a="http://schemas.openxmlformats.org/drawingml/2006/main">
            <a:off x="1571625" y="62865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FFFFFF"/>
                </a:solidFill>
                <a:latin typeface="Gill Sans MT"/>
                <a:ea typeface="Gill Sans MT"/>
                <a:cs typeface="Gill Sans MT"/>
              </a:defRPr>
            </a:pPr>
            <a:r>
              <a:rPr sz="1275" b="0">
                <a:solidFill>
                  <a:srgbClr val="FFFFFF"/>
                </a:solidFill>
                <a:latin typeface="Gill Sans MT"/>
                <a:ea typeface="Gill Sans MT"/>
                <a:cs typeface="Gill Sans MT"/>
              </a:rPr>
              <a:t>CONACIC 2026 · Paper 17 · DRAFT · 1/10</a:t>
            </a:r>
          </a:p>
        </p:txBody>
      </p:sp>
    </p:spTree>
    <p:extLst>
      <p:ext uri="{BB962C8B-B14F-4D97-AF65-F5344CB8AC3E}">
        <p14:creationId xmlns:p14="http://schemas.microsoft.com/office/powerpoint/2010/main" val="405897224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37A9E16-3321-42DD-954B-E874DDFE671A}"/>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endParaRPr/>
          </a:p>
        </p:txBody>
      </p:sp>
      <p:sp>
        <p:nvSpPr>
          <p:cNvPr id="3" name="Marcador de contenido 2">
            <a:extLst xmlns:a="http://schemas.openxmlformats.org/drawingml/2006/main">
              <a:ext uri="{FF2B5EF4-FFF2-40B4-BE49-F238E27FC236}">
                <a16:creationId xmlns:a16="http://schemas.microsoft.com/office/drawing/2014/main" id="{080BAFA9-1F22-427F-A711-B3C7560BABF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37084B72-FE22-4D82-8004-98F66E03B5CB}"/>
              </a:ext>
            </a:extLst>
          </p:cNvPr>
          <p:cNvSpPr>
            <a:spLocks xmlns:a="http://schemas.openxmlformats.org/drawingml/2006/main" noGrp="1"/>
          </p:cNvSpPr>
          <p:nvPr/>
        </p:nvSpPr>
        <p:spPr>
          <a:xfrm xmlns:a="http://schemas.openxmlformats.org/drawingml/2006/main">
            <a:off x="857250" y="1409700"/>
            <a:ext cx="10620375" cy="619125"/>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F4DD8B-9D89-4D6D-BA3D-91265DBAE7C0}"/>
              </a:ext>
            </a:extLst>
          </p:cNvPr>
          <p:cNvSpPr>
            <a:spLocks xmlns:a="http://schemas.openxmlformats.org/drawingml/2006/main" noGrp="1"/>
          </p:cNvSpPr>
          <p:nvPr/>
        </p:nvSpPr>
        <p:spPr>
          <a:xfrm xmlns:a="http://schemas.openxmlformats.org/drawingml/2006/main">
            <a:off x="1009650" y="1457325"/>
            <a:ext cx="1028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FFFFF"/>
                </a:solidFill>
                <a:latin typeface="Gill Sans MT"/>
                <a:ea typeface="Gill Sans MT"/>
                <a:cs typeface="Gill Sans MT"/>
              </a:defRPr>
            </a:pPr>
            <a:r>
              <a:rPr sz="2550" b="1">
                <a:solidFill>
                  <a:srgbClr val="FFFFFF"/>
                </a:solidFill>
                <a:latin typeface="Gill Sans MT"/>
                <a:ea typeface="Gill Sans MT"/>
                <a:cs typeface="Gill Sans MT"/>
              </a:rPr>
              <a:t>Problema y objetivo de investigación</a:t>
            </a:r>
          </a:p>
        </p:txBody>
      </p:sp>
      <p:sp>
        <p:nvSpPr>
          <p:cNvPr id="6" name="">
            <a:extLst xmlns:a="http://schemas.openxmlformats.org/drawingml/2006/main">
              <a:ext uri="{FF2B5EF4-FFF2-40B4-BE49-F238E27FC236}">
                <a16:creationId xmlns:a16="http://schemas.microsoft.com/office/drawing/2014/main" id="{D5C19554-E8E9-4AF0-9FAE-460A07C0023C}"/>
              </a:ext>
            </a:extLst>
          </p:cNvPr>
          <p:cNvSpPr>
            <a:spLocks xmlns:a="http://schemas.openxmlformats.org/drawingml/2006/main" noGrp="1"/>
          </p:cNvSpPr>
          <p:nvPr/>
        </p:nvSpPr>
        <p:spPr>
          <a:xfrm xmlns:a="http://schemas.openxmlformats.org/drawingml/2006/main">
            <a:off x="857250" y="2133600"/>
            <a:ext cx="10620375" cy="3981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5800AD1-D2CB-40AB-947D-A37E678644F2}"/>
              </a:ext>
            </a:extLst>
          </p:cNvPr>
          <p:cNvSpPr>
            <a:spLocks xmlns:a="http://schemas.openxmlformats.org/drawingml/2006/main" noGrp="1"/>
          </p:cNvSpPr>
          <p:nvPr/>
        </p:nvSpPr>
        <p:spPr>
          <a:xfrm xmlns:a="http://schemas.openxmlformats.org/drawingml/2006/main">
            <a:off x="1571625" y="62865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FFFFFF"/>
                </a:solidFill>
                <a:latin typeface="Gill Sans MT"/>
                <a:ea typeface="Gill Sans MT"/>
                <a:cs typeface="Gill Sans MT"/>
              </a:defRPr>
            </a:pPr>
            <a:r>
              <a:rPr sz="1275" b="0">
                <a:solidFill>
                  <a:srgbClr val="FFFFFF"/>
                </a:solidFill>
                <a:latin typeface="Gill Sans MT"/>
                <a:ea typeface="Gill Sans MT"/>
                <a:cs typeface="Gill Sans MT"/>
              </a:rPr>
              <a:t>CONACIC 2026 · Paper 17 · DRAFT · 2/10</a:t>
            </a:r>
          </a:p>
        </p:txBody>
      </p:sp>
      <p:sp>
        <p:nvSpPr>
          <p:cNvPr id="8" name="">
            <a:extLst xmlns:a="http://schemas.openxmlformats.org/drawingml/2006/main">
              <a:ext uri="{FF2B5EF4-FFF2-40B4-BE49-F238E27FC236}">
                <a16:creationId xmlns:a16="http://schemas.microsoft.com/office/drawing/2014/main" id="{C7E7AE3C-3BB9-4668-BDF1-2A22655F80E5}"/>
              </a:ext>
            </a:extLst>
          </p:cNvPr>
          <p:cNvSpPr>
            <a:spLocks xmlns:a="http://schemas.openxmlformats.org/drawingml/2006/main" noGrp="1"/>
          </p:cNvSpPr>
          <p:nvPr/>
        </p:nvSpPr>
        <p:spPr>
          <a:xfrm xmlns:a="http://schemas.openxmlformats.org/drawingml/2006/main">
            <a:off x="1143000" y="23431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A2B4B"/>
                </a:solidFill>
                <a:latin typeface="Gill Sans MT"/>
                <a:ea typeface="Gill Sans MT"/>
                <a:cs typeface="Gill Sans MT"/>
              </a:defRPr>
            </a:pPr>
            <a:r>
              <a:rPr sz="2100" b="1">
                <a:solidFill>
                  <a:srgbClr val="0A2B4B"/>
                </a:solidFill>
                <a:latin typeface="Gill Sans MT"/>
                <a:ea typeface="Gill Sans MT"/>
                <a:cs typeface="Gill Sans MT"/>
              </a:rPr>
              <a:t>Objetivo</a:t>
            </a:r>
          </a:p>
        </p:txBody>
      </p:sp>
      <p:sp>
        <p:nvSpPr>
          <p:cNvPr id="9" name="">
            <a:extLst xmlns:a="http://schemas.openxmlformats.org/drawingml/2006/main">
              <a:ext uri="{FF2B5EF4-FFF2-40B4-BE49-F238E27FC236}">
                <a16:creationId xmlns:a16="http://schemas.microsoft.com/office/drawing/2014/main" id="{C0EE608D-6FDA-41F6-9D68-7A2BF693CBCF}"/>
              </a:ext>
            </a:extLst>
          </p:cNvPr>
          <p:cNvSpPr>
            <a:spLocks xmlns:a="http://schemas.openxmlformats.org/drawingml/2006/main" noGrp="1"/>
          </p:cNvSpPr>
          <p:nvPr/>
        </p:nvSpPr>
        <p:spPr>
          <a:xfrm xmlns:a="http://schemas.openxmlformats.org/drawingml/2006/main">
            <a:off x="1143000" y="2876550"/>
            <a:ext cx="995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0A2B4B"/>
                </a:solidFill>
                <a:latin typeface="Gill Sans MT"/>
                <a:ea typeface="Gill Sans MT"/>
                <a:cs typeface="Gill Sans MT"/>
              </a:defRPr>
            </a:pPr>
            <a:r>
              <a:rPr sz="2325" b="0">
                <a:solidFill>
                  <a:srgbClr val="0A2B4B"/>
                </a:solidFill>
                <a:latin typeface="Gill Sans MT"/>
                <a:ea typeface="Gill Sans MT"/>
                <a:cs typeface="Gill Sans MT"/>
              </a:rPr>
              <a:t>Estimar el PROMEDIO_GLOBAL de la siguiente aplicación</a:t>
            </a:r>
          </a:p>
          <a:p xmlns:a="http://schemas.openxmlformats.org/drawingml/2006/main">
            <a:pPr>
              <a:defRPr sz="2325" b="0">
                <a:solidFill>
                  <a:srgbClr val="0A2B4B"/>
                </a:solidFill>
                <a:latin typeface="Gill Sans MT"/>
                <a:ea typeface="Gill Sans MT"/>
                <a:cs typeface="Gill Sans MT"/>
              </a:defRPr>
            </a:pPr>
            <a:r>
              <a:rPr sz="2325" b="0">
                <a:solidFill>
                  <a:srgbClr val="0A2B4B"/>
                </a:solidFill>
                <a:latin typeface="Gill Sans MT"/>
                <a:ea typeface="Gill Sans MT"/>
                <a:cs typeface="Gill Sans MT"/>
              </a:rPr>
              <a:t>a partir del historial público de cada programa</a:t>
            </a:r>
          </a:p>
        </p:txBody>
      </p:sp>
      <p:sp>
        <p:nvSpPr>
          <p:cNvPr id="10" name="">
            <a:extLst xmlns:a="http://schemas.openxmlformats.org/drawingml/2006/main">
              <a:ext uri="{FF2B5EF4-FFF2-40B4-BE49-F238E27FC236}">
                <a16:creationId xmlns:a16="http://schemas.microsoft.com/office/drawing/2014/main" id="{EEAC7074-C391-4B83-AA65-5F719AFF6288}"/>
              </a:ext>
            </a:extLst>
          </p:cNvPr>
          <p:cNvSpPr>
            <a:spLocks xmlns:a="http://schemas.openxmlformats.org/drawingml/2006/main" noGrp="1"/>
          </p:cNvSpPr>
          <p:nvPr/>
        </p:nvSpPr>
        <p:spPr>
          <a:xfrm xmlns:a="http://schemas.openxmlformats.org/drawingml/2006/main">
            <a:off x="1143000" y="4057650"/>
            <a:ext cx="9810750" cy="28575"/>
          </a:xfrm>
          <a:prstGeom xmlns:a="http://schemas.openxmlformats.org/drawingml/2006/main" prst="rect">
            <a:avLst/>
          </a:prstGeom>
          <a:solidFill xmlns:a="http://schemas.openxmlformats.org/drawingml/2006/main">
            <a:srgbClr val="00AD5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0A44D06-0B65-4C0D-8A53-A541BA298654}"/>
              </a:ext>
            </a:extLst>
          </p:cNvPr>
          <p:cNvSpPr>
            <a:spLocks xmlns:a="http://schemas.openxmlformats.org/drawingml/2006/main" noGrp="1"/>
          </p:cNvSpPr>
          <p:nvPr/>
        </p:nvSpPr>
        <p:spPr>
          <a:xfrm xmlns:a="http://schemas.openxmlformats.org/drawingml/2006/main">
            <a:off x="1143000" y="42862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A2B4B"/>
                </a:solidFill>
                <a:latin typeface="Gill Sans MT"/>
                <a:ea typeface="Gill Sans MT"/>
                <a:cs typeface="Gill Sans MT"/>
              </a:defRPr>
            </a:pPr>
            <a:r>
              <a:rPr sz="1950" b="1">
                <a:solidFill>
                  <a:srgbClr val="0A2B4B"/>
                </a:solidFill>
                <a:latin typeface="Gill Sans MT"/>
                <a:ea typeface="Gill Sans MT"/>
                <a:cs typeface="Gill Sans MT"/>
              </a:rPr>
              <a:t>Unidad de análisis</a:t>
            </a:r>
          </a:p>
        </p:txBody>
      </p:sp>
      <p:sp>
        <p:nvSpPr>
          <p:cNvPr id="12" name="">
            <a:extLst xmlns:a="http://schemas.openxmlformats.org/drawingml/2006/main">
              <a:ext uri="{FF2B5EF4-FFF2-40B4-BE49-F238E27FC236}">
                <a16:creationId xmlns:a16="http://schemas.microsoft.com/office/drawing/2014/main" id="{8C1D2CCA-104E-481D-8718-1D261343727F}"/>
              </a:ext>
            </a:extLst>
          </p:cNvPr>
          <p:cNvSpPr>
            <a:spLocks xmlns:a="http://schemas.openxmlformats.org/drawingml/2006/main" noGrp="1"/>
          </p:cNvSpPr>
          <p:nvPr/>
        </p:nvSpPr>
        <p:spPr>
          <a:xfrm xmlns:a="http://schemas.openxmlformats.org/drawingml/2006/main">
            <a:off x="1143000" y="47625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0A2B4B"/>
                </a:solidFill>
                <a:latin typeface="Gill Sans MT"/>
                <a:ea typeface="Gill Sans MT"/>
                <a:cs typeface="Gill Sans MT"/>
              </a:defRPr>
            </a:pPr>
            <a:r>
              <a:rPr sz="2250" b="0">
                <a:solidFill>
                  <a:srgbClr val="0A2B4B"/>
                </a:solidFill>
                <a:latin typeface="Gill Sans MT"/>
                <a:ea typeface="Gill Sans MT"/>
                <a:cs typeface="Gill Sans MT"/>
              </a:rPr>
              <a:t>Institución · programa · prueba · año</a:t>
            </a:r>
          </a:p>
        </p:txBody>
      </p:sp>
      <p:sp>
        <p:nvSpPr>
          <p:cNvPr id="13" name="">
            <a:extLst xmlns:a="http://schemas.openxmlformats.org/drawingml/2006/main">
              <a:ext uri="{FF2B5EF4-FFF2-40B4-BE49-F238E27FC236}">
                <a16:creationId xmlns:a16="http://schemas.microsoft.com/office/drawing/2014/main" id="{3A0B1912-2F55-4D01-80B7-6E66A292546D}"/>
              </a:ext>
            </a:extLst>
          </p:cNvPr>
          <p:cNvSpPr>
            <a:spLocks xmlns:a="http://schemas.openxmlformats.org/drawingml/2006/main" noGrp="1"/>
          </p:cNvSpPr>
          <p:nvPr/>
        </p:nvSpPr>
        <p:spPr>
          <a:xfrm xmlns:a="http://schemas.openxmlformats.org/drawingml/2006/main">
            <a:off x="1143000" y="5505450"/>
            <a:ext cx="971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0A2B4B"/>
                </a:solidFill>
                <a:latin typeface="Gill Sans MT"/>
                <a:ea typeface="Gill Sans MT"/>
                <a:cs typeface="Gill Sans MT"/>
              </a:defRPr>
            </a:pPr>
            <a:r>
              <a:rPr sz="1725" b="0">
                <a:solidFill>
                  <a:srgbClr val="0A2B4B"/>
                </a:solidFill>
                <a:latin typeface="Gill Sans MT"/>
                <a:ea typeface="Gill Sans MT"/>
                <a:cs typeface="Gill Sans MT"/>
              </a:rPr>
              <a:t>Alcance: predicción agregada y apoyo a revisión académica</a:t>
            </a:r>
          </a:p>
        </p:txBody>
      </p:sp>
    </p:spTree>
    <p:extLst>
      <p:ext uri="{BB962C8B-B14F-4D97-AF65-F5344CB8AC3E}">
        <p14:creationId xmlns:p14="http://schemas.microsoft.com/office/powerpoint/2010/main" val="322286698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84606478-F63B-41F0-A52F-2DFEE8C1291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Marcador de contenido 2">
            <a:extLst xmlns:a="http://schemas.openxmlformats.org/drawingml/2006/main">
              <a:ext uri="{FF2B5EF4-FFF2-40B4-BE49-F238E27FC236}">
                <a16:creationId xmlns:a16="http://schemas.microsoft.com/office/drawing/2014/main" id="{CCAAB2DB-756F-4BAA-B763-3D4D8007579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Marcador de contenido 3">
            <a:extLst xmlns:a="http://schemas.openxmlformats.org/drawingml/2006/main">
              <a:ext uri="{FF2B5EF4-FFF2-40B4-BE49-F238E27FC236}">
                <a16:creationId xmlns:a16="http://schemas.microsoft.com/office/drawing/2014/main" id="{FC97F06C-7FF4-4C00-A360-4776ED9A0E7A}"/>
              </a:ext>
            </a:extLst>
          </p:cNvPr>
          <p:cNvSpPr>
            <a:spLocks xmlns:a="http://schemas.openxmlformats.org/drawingml/2006/main" noGrp="1"/>
          </p:cNvSpPr>
          <p:nvPr>
            <p:ph idx="2"/>
          </p:nvPr>
        </p:nvSpPr>
        <p:spPr/>
        <p:txBody>
          <a:bodyPr xmlns:a="http://schemas.openxmlformats.org/drawingml/2006/main"/>
          <a:lstStyle xmlns:a="http://schemas.openxmlformats.org/drawingml/2006/main"/>
          <a:p xmlns:a="http://schemas.openxmlformats.org/drawingml/2006/main">
            <a:endParaRPr/>
          </a:p>
        </p:txBody>
      </p:sp>
      <p:sp>
        <p:nvSpPr>
          <p:cNvPr id="5" name="">
            <a:extLst xmlns:a="http://schemas.openxmlformats.org/drawingml/2006/main">
              <a:ext uri="{FF2B5EF4-FFF2-40B4-BE49-F238E27FC236}">
                <a16:creationId xmlns:a16="http://schemas.microsoft.com/office/drawing/2014/main" id="{53480C61-B214-4DBE-AD73-6F16F64B1BA5}"/>
              </a:ext>
            </a:extLst>
          </p:cNvPr>
          <p:cNvSpPr>
            <a:spLocks xmlns:a="http://schemas.openxmlformats.org/drawingml/2006/main" noGrp="1"/>
          </p:cNvSpPr>
          <p:nvPr/>
        </p:nvSpPr>
        <p:spPr>
          <a:xfrm xmlns:a="http://schemas.openxmlformats.org/drawingml/2006/main">
            <a:off x="857250" y="1409700"/>
            <a:ext cx="10620375" cy="619125"/>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D7AD4CE-E69A-436C-B63A-9AC888D6130B}"/>
              </a:ext>
            </a:extLst>
          </p:cNvPr>
          <p:cNvSpPr>
            <a:spLocks xmlns:a="http://schemas.openxmlformats.org/drawingml/2006/main" noGrp="1"/>
          </p:cNvSpPr>
          <p:nvPr/>
        </p:nvSpPr>
        <p:spPr>
          <a:xfrm xmlns:a="http://schemas.openxmlformats.org/drawingml/2006/main">
            <a:off x="1009650" y="1457325"/>
            <a:ext cx="1028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FFFFF"/>
                </a:solidFill>
                <a:latin typeface="Gill Sans MT"/>
                <a:ea typeface="Gill Sans MT"/>
                <a:cs typeface="Gill Sans MT"/>
              </a:defRPr>
            </a:pPr>
            <a:r>
              <a:rPr sz="2550" b="1">
                <a:solidFill>
                  <a:srgbClr val="FFFFFF"/>
                </a:solidFill>
                <a:latin typeface="Gill Sans MT"/>
                <a:ea typeface="Gill Sans MT"/>
                <a:cs typeface="Gill Sans MT"/>
              </a:rPr>
              <a:t>Datos ICFES y construcción del panel</a:t>
            </a:r>
          </a:p>
        </p:txBody>
      </p:sp>
      <p:sp>
        <p:nvSpPr>
          <p:cNvPr id="7" name="">
            <a:extLst xmlns:a="http://schemas.openxmlformats.org/drawingml/2006/main">
              <a:ext uri="{FF2B5EF4-FFF2-40B4-BE49-F238E27FC236}">
                <a16:creationId xmlns:a16="http://schemas.microsoft.com/office/drawing/2014/main" id="{2C689D5E-2237-4997-8003-85ED6F745392}"/>
              </a:ext>
            </a:extLst>
          </p:cNvPr>
          <p:cNvSpPr>
            <a:spLocks xmlns:a="http://schemas.openxmlformats.org/drawingml/2006/main" noGrp="1"/>
          </p:cNvSpPr>
          <p:nvPr/>
        </p:nvSpPr>
        <p:spPr>
          <a:xfrm xmlns:a="http://schemas.openxmlformats.org/drawingml/2006/main">
            <a:off x="857250" y="2133600"/>
            <a:ext cx="10620375" cy="3981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0DEA1A3-1857-4BAC-9510-CFADAF341BF7}"/>
              </a:ext>
            </a:extLst>
          </p:cNvPr>
          <p:cNvSpPr>
            <a:spLocks xmlns:a="http://schemas.openxmlformats.org/drawingml/2006/main" noGrp="1"/>
          </p:cNvSpPr>
          <p:nvPr/>
        </p:nvSpPr>
        <p:spPr>
          <a:xfrm xmlns:a="http://schemas.openxmlformats.org/drawingml/2006/main">
            <a:off x="1571625" y="62865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FFFFFF"/>
                </a:solidFill>
                <a:latin typeface="Gill Sans MT"/>
                <a:ea typeface="Gill Sans MT"/>
                <a:cs typeface="Gill Sans MT"/>
              </a:defRPr>
            </a:pPr>
            <a:r>
              <a:rPr sz="1275" b="0">
                <a:solidFill>
                  <a:srgbClr val="FFFFFF"/>
                </a:solidFill>
                <a:latin typeface="Gill Sans MT"/>
                <a:ea typeface="Gill Sans MT"/>
                <a:cs typeface="Gill Sans MT"/>
              </a:rPr>
              <a:t>CONACIC 2026 · Paper 17 · DRAFT · 3/10</a:t>
            </a:r>
          </a:p>
        </p:txBody>
      </p:sp>
      <p:sp>
        <p:nvSpPr>
          <p:cNvPr id="9" name="">
            <a:extLst xmlns:a="http://schemas.openxmlformats.org/drawingml/2006/main">
              <a:ext uri="{FF2B5EF4-FFF2-40B4-BE49-F238E27FC236}">
                <a16:creationId xmlns:a16="http://schemas.microsoft.com/office/drawing/2014/main" id="{654AE449-CE5C-4AA1-8A2D-A0537680E699}"/>
              </a:ext>
            </a:extLst>
          </p:cNvPr>
          <p:cNvSpPr>
            <a:spLocks xmlns:a="http://schemas.openxmlformats.org/drawingml/2006/main" noGrp="1"/>
          </p:cNvSpPr>
          <p:nvPr/>
        </p:nvSpPr>
        <p:spPr>
          <a:xfrm xmlns:a="http://schemas.openxmlformats.org/drawingml/2006/main">
            <a:off x="1143000" y="23145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0A2B4B"/>
                </a:solidFill>
                <a:latin typeface="Gill Sans MT"/>
                <a:ea typeface="Gill Sans MT"/>
                <a:cs typeface="Gill Sans MT"/>
              </a:defRPr>
            </a:pPr>
            <a:r>
              <a:rPr sz="2400" b="1">
                <a:solidFill>
                  <a:srgbClr val="0A2B4B"/>
                </a:solidFill>
                <a:latin typeface="Gill Sans MT"/>
                <a:ea typeface="Gill Sans MT"/>
                <a:cs typeface="Gill Sans MT"/>
              </a:rPr>
              <a:t>127.716 filas procesadas</a:t>
            </a:r>
          </a:p>
        </p:txBody>
      </p:sp>
      <p:graphicFrame>
        <p:nvGraphicFramePr>
          <p:cNvPr id="21" name="Chart"/>
          <p:cNvGraphicFramePr/>
          <p:nvPr/>
        </p:nvGraphicFramePr>
        <p:xfrm>
          <a:off xmlns:a="http://schemas.openxmlformats.org/drawingml/2006/main" x="1143000" y="2952750"/>
          <a:ext xmlns:a="http://schemas.openxmlformats.org/drawingml/2006/main" cx="6143625" cy="2714625"/>
        </p:xfrm>
        <a:graphic xmlns:a="http://schemas.openxmlformats.org/drawingml/2006/main">
          <a:graphicData uri="http://schemas.openxmlformats.org/drawingml/2006/chart">
            <c:chart xmlns:r="http://schemas.openxmlformats.org/officeDocument/2006/relationships" xmlns:c="http://schemas.openxmlformats.org/drawingml/2006/chart" r:id="R49daa178f0024cff"/>
          </a:graphicData>
        </a:graphic>
      </p:graphicFrame>
      <p:sp>
        <p:nvSpPr>
          <p:cNvPr id="11" name="">
            <a:extLst xmlns:a="http://schemas.openxmlformats.org/drawingml/2006/main">
              <a:ext uri="{FF2B5EF4-FFF2-40B4-BE49-F238E27FC236}">
                <a16:creationId xmlns:a16="http://schemas.microsoft.com/office/drawing/2014/main" id="{9887D914-E4DE-4053-ADFF-2F1395C7B7B3}"/>
              </a:ext>
            </a:extLst>
          </p:cNvPr>
          <p:cNvSpPr>
            <a:spLocks xmlns:a="http://schemas.openxmlformats.org/drawingml/2006/main" noGrp="1"/>
          </p:cNvSpPr>
          <p:nvPr/>
        </p:nvSpPr>
        <p:spPr>
          <a:xfrm xmlns:a="http://schemas.openxmlformats.org/drawingml/2006/main">
            <a:off x="7620000" y="297180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A2B4B"/>
                </a:solidFill>
                <a:latin typeface="Gill Sans MT"/>
                <a:ea typeface="Gill Sans MT"/>
                <a:cs typeface="Gill Sans MT"/>
              </a:defRPr>
            </a:pPr>
            <a:r>
              <a:rPr sz="1950" b="1">
                <a:solidFill>
                  <a:srgbClr val="0A2B4B"/>
                </a:solidFill>
                <a:latin typeface="Gill Sans MT"/>
                <a:ea typeface="Gill Sans MT"/>
                <a:cs typeface="Gill Sans MT"/>
              </a:rPr>
              <a:t>Reportes ICFES 2020–2024</a:t>
            </a:r>
          </a:p>
        </p:txBody>
      </p:sp>
      <p:sp>
        <p:nvSpPr>
          <p:cNvPr id="12" name="">
            <a:extLst xmlns:a="http://schemas.openxmlformats.org/drawingml/2006/main">
              <a:ext uri="{FF2B5EF4-FFF2-40B4-BE49-F238E27FC236}">
                <a16:creationId xmlns:a16="http://schemas.microsoft.com/office/drawing/2014/main" id="{F74B318B-4473-411A-A165-D21CB5D108CC}"/>
              </a:ext>
            </a:extLst>
          </p:cNvPr>
          <p:cNvSpPr>
            <a:spLocks xmlns:a="http://schemas.openxmlformats.org/drawingml/2006/main" noGrp="1"/>
          </p:cNvSpPr>
          <p:nvPr/>
        </p:nvSpPr>
        <p:spPr>
          <a:xfrm xmlns:a="http://schemas.openxmlformats.org/drawingml/2006/main">
            <a:off x="7620000" y="3657600"/>
            <a:ext cx="3524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Datos agregados</a:t>
            </a:r>
          </a:p>
          <a:p xmlns:a="http://schemas.openxmlformats.org/drawingml/2006/main">
            <a:r>
              <a:t/>
            </a:r>
          </a:p>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Estadísticas reorganizadas</a:t>
            </a:r>
          </a:p>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en columnas</a:t>
            </a:r>
          </a:p>
          <a:p xmlns:a="http://schemas.openxmlformats.org/drawingml/2006/main">
            <a:r>
              <a:t/>
            </a:r>
          </a:p>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Historial por entidad</a:t>
            </a:r>
          </a:p>
        </p:txBody>
      </p:sp>
    </p:spTree>
    <p:extLst>
      <p:ext uri="{BB962C8B-B14F-4D97-AF65-F5344CB8AC3E}">
        <p14:creationId xmlns:p14="http://schemas.microsoft.com/office/powerpoint/2010/main" val="145203962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ítulo 2">
            <a:extLst xmlns:a="http://schemas.openxmlformats.org/drawingml/2006/main">
              <a:ext uri="{FF2B5EF4-FFF2-40B4-BE49-F238E27FC236}">
                <a16:creationId xmlns:a16="http://schemas.microsoft.com/office/drawing/2014/main" id="{214D59C9-BAB1-4198-9B1F-8EE41C9743AD}"/>
              </a:ext>
            </a:extLst>
          </p:cNvPr>
          <p:cNvSpPr>
            <a:spLocks xmlns:a="http://schemas.openxmlformats.org/drawingml/2006/main" noGrp="1"/>
          </p:cNvSpPr>
          <p:nvPr>
            <p:ph type="title" idx="0"/>
          </p:nvPr>
        </p:nvSpPr>
        <p:spPr>
          <a:xfrm xmlns:a="http://schemas.openxmlformats.org/drawingml/2006/main">
            <a:off x="2013916" y="5628051"/>
            <a:ext cx="5923583" cy="689514"/>
          </a:xfrm>
        </p:spPr>
        <p:txBody>
          <a:bodyPr xmlns:a="http://schemas.openxmlformats.org/drawingml/2006/main"/>
          <a:lstStyle xmlns:a="http://schemas.openxmlformats.org/drawingml/2006/main"/>
          <a:p xmlns:a="http://schemas.openxmlformats.org/drawingml/2006/main">
            <a:endParaRPr>
              <a:solidFill>
                <a:srgbClr val="FFFF00"/>
              </a:solidFill>
            </a:endParaRPr>
          </a:p>
        </p:txBody>
      </p:sp>
      <p:sp>
        <p:nvSpPr>
          <p:cNvPr id="4" name="Marcador de contenido 3">
            <a:extLst xmlns:a="http://schemas.openxmlformats.org/drawingml/2006/main">
              <a:ext uri="{FF2B5EF4-FFF2-40B4-BE49-F238E27FC236}">
                <a16:creationId xmlns:a16="http://schemas.microsoft.com/office/drawing/2014/main" id="{82E58E85-1404-4CF7-96ED-F82A6C1BE52C}"/>
              </a:ext>
            </a:extLst>
          </p:cNvPr>
          <p:cNvSpPr>
            <a:spLocks xmlns:a="http://schemas.openxmlformats.org/drawingml/2006/main" noGrp="1"/>
          </p:cNvSpPr>
          <p:nvPr>
            <p:ph idx="1"/>
          </p:nvPr>
        </p:nvSpPr>
        <p:spPr>
          <a:xfrm xmlns:a="http://schemas.openxmlformats.org/drawingml/2006/main">
            <a:off x="2581835" y="1952625"/>
            <a:ext cx="9055316" cy="3359808"/>
          </a:xfrm>
        </p:spPr>
        <p:txBody>
          <a:bodyPr xmlns:a="http://schemas.openxmlformats.org/drawingml/2006/main"/>
          <a:lstStyle xmlns:a="http://schemas.openxmlformats.org/drawingml/2006/main"/>
          <a:p xmlns:a="http://schemas.openxmlformats.org/drawingml/2006/main">
            <a:endParaRPr/>
          </a:p>
        </p:txBody>
      </p:sp>
      <p:sp>
        <p:nvSpPr>
          <p:cNvPr id="5" name="Marcador de texto 4">
            <a:extLst xmlns:a="http://schemas.openxmlformats.org/drawingml/2006/main">
              <a:ext uri="{FF2B5EF4-FFF2-40B4-BE49-F238E27FC236}">
                <a16:creationId xmlns:a16="http://schemas.microsoft.com/office/drawing/2014/main" id="{33637E02-AB4A-4CAA-BE48-BA1551BDF62D}"/>
              </a:ext>
            </a:extLst>
          </p:cNvPr>
          <p:cNvSpPr>
            <a:spLocks xmlns:a="http://schemas.openxmlformats.org/drawingml/2006/main" noGrp="1"/>
          </p:cNvSpPr>
          <p:nvPr>
            <p:ph type="body" idx="2"/>
          </p:nvPr>
        </p:nvSpPr>
        <p:spPr>
          <a:xfrm xmlns:a="http://schemas.openxmlformats.org/drawingml/2006/main">
            <a:off x="8123330" y="5628051"/>
            <a:ext cx="3487479" cy="689515"/>
          </a:xfrm>
        </p:spPr>
        <p:txBody>
          <a:bodyPr xmlns:a="http://schemas.openxmlformats.org/drawingml/2006/main"/>
          <a:lstStyle xmlns:a="http://schemas.openxmlformats.org/drawingml/2006/main"/>
          <a:p xmlns:a="http://schemas.openxmlformats.org/drawingml/2006/main">
            <a:endParaRPr/>
          </a:p>
        </p:txBody>
      </p:sp>
      <p:sp>
        <p:nvSpPr>
          <p:cNvPr id="6" name="">
            <a:extLst xmlns:a="http://schemas.openxmlformats.org/drawingml/2006/main">
              <a:ext uri="{FF2B5EF4-FFF2-40B4-BE49-F238E27FC236}">
                <a16:creationId xmlns:a16="http://schemas.microsoft.com/office/drawing/2014/main" id="{F38329F1-F81F-40C3-9FF3-516179B025ED}"/>
              </a:ext>
            </a:extLst>
          </p:cNvPr>
          <p:cNvSpPr>
            <a:spLocks xmlns:a="http://schemas.openxmlformats.org/drawingml/2006/main" noGrp="1"/>
          </p:cNvSpPr>
          <p:nvPr/>
        </p:nvSpPr>
        <p:spPr>
          <a:xfrm xmlns:a="http://schemas.openxmlformats.org/drawingml/2006/main">
            <a:off x="857250" y="1409700"/>
            <a:ext cx="10620375" cy="619125"/>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9CDFB5-29A7-451F-99BF-FD5E4B9B444A}"/>
              </a:ext>
            </a:extLst>
          </p:cNvPr>
          <p:cNvSpPr>
            <a:spLocks xmlns:a="http://schemas.openxmlformats.org/drawingml/2006/main" noGrp="1"/>
          </p:cNvSpPr>
          <p:nvPr/>
        </p:nvSpPr>
        <p:spPr>
          <a:xfrm xmlns:a="http://schemas.openxmlformats.org/drawingml/2006/main">
            <a:off x="1009650" y="1457325"/>
            <a:ext cx="1028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FFFFF"/>
                </a:solidFill>
                <a:latin typeface="Gill Sans MT"/>
                <a:ea typeface="Gill Sans MT"/>
                <a:cs typeface="Gill Sans MT"/>
              </a:defRPr>
            </a:pPr>
            <a:r>
              <a:rPr sz="2550" b="1">
                <a:solidFill>
                  <a:srgbClr val="FFFFFF"/>
                </a:solidFill>
                <a:latin typeface="Gill Sans MT"/>
                <a:ea typeface="Gill Sans MT"/>
                <a:cs typeface="Gill Sans MT"/>
              </a:rPr>
              <a:t>Fuga de información y separación temporal</a:t>
            </a:r>
          </a:p>
        </p:txBody>
      </p:sp>
      <p:sp>
        <p:nvSpPr>
          <p:cNvPr id="8" name="">
            <a:extLst xmlns:a="http://schemas.openxmlformats.org/drawingml/2006/main">
              <a:ext uri="{FF2B5EF4-FFF2-40B4-BE49-F238E27FC236}">
                <a16:creationId xmlns:a16="http://schemas.microsoft.com/office/drawing/2014/main" id="{E315A199-D576-4874-BF1A-49796DD36BEC}"/>
              </a:ext>
            </a:extLst>
          </p:cNvPr>
          <p:cNvSpPr>
            <a:spLocks xmlns:a="http://schemas.openxmlformats.org/drawingml/2006/main" noGrp="1"/>
          </p:cNvSpPr>
          <p:nvPr/>
        </p:nvSpPr>
        <p:spPr>
          <a:xfrm xmlns:a="http://schemas.openxmlformats.org/drawingml/2006/main">
            <a:off x="857250" y="2133600"/>
            <a:ext cx="10620375" cy="3981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41219A-0E4D-4113-9341-AE53D6E4B80F}"/>
              </a:ext>
            </a:extLst>
          </p:cNvPr>
          <p:cNvSpPr>
            <a:spLocks xmlns:a="http://schemas.openxmlformats.org/drawingml/2006/main" noGrp="1"/>
          </p:cNvSpPr>
          <p:nvPr/>
        </p:nvSpPr>
        <p:spPr>
          <a:xfrm xmlns:a="http://schemas.openxmlformats.org/drawingml/2006/main">
            <a:off x="1571625" y="62865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FFFFFF"/>
                </a:solidFill>
                <a:latin typeface="Gill Sans MT"/>
                <a:ea typeface="Gill Sans MT"/>
                <a:cs typeface="Gill Sans MT"/>
              </a:defRPr>
            </a:pPr>
            <a:r>
              <a:rPr sz="1275" b="0">
                <a:solidFill>
                  <a:srgbClr val="FFFFFF"/>
                </a:solidFill>
                <a:latin typeface="Gill Sans MT"/>
                <a:ea typeface="Gill Sans MT"/>
                <a:cs typeface="Gill Sans MT"/>
              </a:rPr>
              <a:t>CONACIC 2026 · Paper 17 · DRAFT · 4/10</a:t>
            </a:r>
          </a:p>
        </p:txBody>
      </p:sp>
      <p:sp>
        <p:nvSpPr>
          <p:cNvPr id="10" name="">
            <a:extLst xmlns:a="http://schemas.openxmlformats.org/drawingml/2006/main">
              <a:ext uri="{FF2B5EF4-FFF2-40B4-BE49-F238E27FC236}">
                <a16:creationId xmlns:a16="http://schemas.microsoft.com/office/drawing/2014/main" id="{D0739BBA-CD24-4877-A5DD-3028FC620252}"/>
              </a:ext>
            </a:extLst>
          </p:cNvPr>
          <p:cNvSpPr>
            <a:spLocks xmlns:a="http://schemas.openxmlformats.org/drawingml/2006/main" noGrp="1"/>
          </p:cNvSpPr>
          <p:nvPr/>
        </p:nvSpPr>
        <p:spPr>
          <a:xfrm xmlns:a="http://schemas.openxmlformats.org/drawingml/2006/main">
            <a:off x="1190625" y="2428875"/>
            <a:ext cx="6191250" cy="866775"/>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0DC2854-02FC-47CC-9531-7177A23AF852}"/>
              </a:ext>
            </a:extLst>
          </p:cNvPr>
          <p:cNvSpPr>
            <a:spLocks xmlns:a="http://schemas.openxmlformats.org/drawingml/2006/main" noGrp="1"/>
          </p:cNvSpPr>
          <p:nvPr/>
        </p:nvSpPr>
        <p:spPr>
          <a:xfrm xmlns:a="http://schemas.openxmlformats.org/drawingml/2006/main">
            <a:off x="7543800" y="2428875"/>
            <a:ext cx="3467100" cy="866775"/>
          </a:xfrm>
          <a:prstGeom xmlns:a="http://schemas.openxmlformats.org/drawingml/2006/main" prst="rect">
            <a:avLst/>
          </a:prstGeom>
          <a:solidFill xmlns:a="http://schemas.openxmlformats.org/drawingml/2006/main">
            <a:srgbClr val="00AD5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7CA0E90-4100-44F0-977F-7F600DAB46A9}"/>
              </a:ext>
            </a:extLst>
          </p:cNvPr>
          <p:cNvSpPr>
            <a:spLocks xmlns:a="http://schemas.openxmlformats.org/drawingml/2006/main" noGrp="1"/>
          </p:cNvSpPr>
          <p:nvPr/>
        </p:nvSpPr>
        <p:spPr>
          <a:xfrm xmlns:a="http://schemas.openxmlformats.org/drawingml/2006/main">
            <a:off x="1362075" y="2514600"/>
            <a:ext cx="5791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FFFFFF"/>
                </a:solidFill>
                <a:latin typeface="Gill Sans MT"/>
                <a:ea typeface="Gill Sans MT"/>
                <a:cs typeface="Gill Sans MT"/>
              </a:defRPr>
            </a:pPr>
            <a:r>
              <a:rPr sz="2025" b="1">
                <a:solidFill>
                  <a:srgbClr val="FFFFFF"/>
                </a:solidFill>
                <a:latin typeface="Gill Sans MT"/>
                <a:ea typeface="Gill Sans MT"/>
                <a:cs typeface="Gill Sans MT"/>
              </a:rPr>
              <a:t>Entrenamiento 2020–2023</a:t>
            </a:r>
          </a:p>
          <a:p xmlns:a="http://schemas.openxmlformats.org/drawingml/2006/main">
            <a:pPr>
              <a:defRPr sz="2025" b="1">
                <a:solidFill>
                  <a:srgbClr val="FFFFFF"/>
                </a:solidFill>
                <a:latin typeface="Gill Sans MT"/>
                <a:ea typeface="Gill Sans MT"/>
                <a:cs typeface="Gill Sans MT"/>
              </a:defRPr>
            </a:pPr>
            <a:r>
              <a:rPr sz="2025" b="1">
                <a:solidFill>
                  <a:srgbClr val="FFFFFF"/>
                </a:solidFill>
                <a:latin typeface="Gill Sans MT"/>
                <a:ea typeface="Gill Sans MT"/>
                <a:cs typeface="Gill Sans MT"/>
              </a:rPr>
              <a:t>98.954 filas</a:t>
            </a:r>
          </a:p>
        </p:txBody>
      </p:sp>
      <p:sp>
        <p:nvSpPr>
          <p:cNvPr id="13" name="">
            <a:extLst xmlns:a="http://schemas.openxmlformats.org/drawingml/2006/main">
              <a:ext uri="{FF2B5EF4-FFF2-40B4-BE49-F238E27FC236}">
                <a16:creationId xmlns:a16="http://schemas.microsoft.com/office/drawing/2014/main" id="{8AC92D51-7662-4D93-8EA7-A5063BD222BB}"/>
              </a:ext>
            </a:extLst>
          </p:cNvPr>
          <p:cNvSpPr>
            <a:spLocks xmlns:a="http://schemas.openxmlformats.org/drawingml/2006/main" noGrp="1"/>
          </p:cNvSpPr>
          <p:nvPr/>
        </p:nvSpPr>
        <p:spPr>
          <a:xfrm xmlns:a="http://schemas.openxmlformats.org/drawingml/2006/main">
            <a:off x="7715250" y="2514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FFFFFF"/>
                </a:solidFill>
                <a:latin typeface="Gill Sans MT"/>
                <a:ea typeface="Gill Sans MT"/>
                <a:cs typeface="Gill Sans MT"/>
              </a:defRPr>
            </a:pPr>
            <a:r>
              <a:rPr sz="2025" b="1">
                <a:solidFill>
                  <a:srgbClr val="FFFFFF"/>
                </a:solidFill>
                <a:latin typeface="Gill Sans MT"/>
                <a:ea typeface="Gill Sans MT"/>
                <a:cs typeface="Gill Sans MT"/>
              </a:rPr>
              <a:t>Prueba 2024</a:t>
            </a:r>
          </a:p>
          <a:p xmlns:a="http://schemas.openxmlformats.org/drawingml/2006/main">
            <a:pPr>
              <a:defRPr sz="2025" b="1">
                <a:solidFill>
                  <a:srgbClr val="FFFFFF"/>
                </a:solidFill>
                <a:latin typeface="Gill Sans MT"/>
                <a:ea typeface="Gill Sans MT"/>
                <a:cs typeface="Gill Sans MT"/>
              </a:defRPr>
            </a:pPr>
            <a:r>
              <a:rPr sz="2025" b="1">
                <a:solidFill>
                  <a:srgbClr val="FFFFFF"/>
                </a:solidFill>
                <a:latin typeface="Gill Sans MT"/>
                <a:ea typeface="Gill Sans MT"/>
                <a:cs typeface="Gill Sans MT"/>
              </a:rPr>
              <a:t>28.762 filas</a:t>
            </a:r>
          </a:p>
        </p:txBody>
      </p:sp>
      <p:sp>
        <p:nvSpPr>
          <p:cNvPr id="14" name="">
            <a:extLst xmlns:a="http://schemas.openxmlformats.org/drawingml/2006/main">
              <a:ext uri="{FF2B5EF4-FFF2-40B4-BE49-F238E27FC236}">
                <a16:creationId xmlns:a16="http://schemas.microsoft.com/office/drawing/2014/main" id="{C0A77FC0-FA23-497F-B234-0AC34006F948}"/>
              </a:ext>
            </a:extLst>
          </p:cNvPr>
          <p:cNvSpPr>
            <a:spLocks xmlns:a="http://schemas.openxmlformats.org/drawingml/2006/main" noGrp="1"/>
          </p:cNvSpPr>
          <p:nvPr/>
        </p:nvSpPr>
        <p:spPr>
          <a:xfrm xmlns:a="http://schemas.openxmlformats.org/drawingml/2006/main">
            <a:off x="1190625" y="3581400"/>
            <a:ext cx="981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0A2B4B"/>
                </a:solidFill>
                <a:latin typeface="Gill Sans MT"/>
                <a:ea typeface="Gill Sans MT"/>
                <a:cs typeface="Gill Sans MT"/>
              </a:defRPr>
            </a:pPr>
            <a:r>
              <a:rPr sz="2025" b="0">
                <a:solidFill>
                  <a:srgbClr val="0A2B4B"/>
                </a:solidFill>
                <a:latin typeface="Gill Sans MT"/>
                <a:ea typeface="Gill Sans MT"/>
                <a:cs typeface="Gill Sans MT"/>
              </a:rPr>
              <a:t>Excluir puntajes y medidas del mismo ciclo</a:t>
            </a:r>
          </a:p>
        </p:txBody>
      </p:sp>
      <p:sp>
        <p:nvSpPr>
          <p:cNvPr id="15" name="">
            <a:extLst xmlns:a="http://schemas.openxmlformats.org/drawingml/2006/main">
              <a:ext uri="{FF2B5EF4-FFF2-40B4-BE49-F238E27FC236}">
                <a16:creationId xmlns:a16="http://schemas.microsoft.com/office/drawing/2014/main" id="{843CE248-3C5F-411E-8172-34203ED0DE3F}"/>
              </a:ext>
            </a:extLst>
          </p:cNvPr>
          <p:cNvSpPr>
            <a:spLocks xmlns:a="http://schemas.openxmlformats.org/drawingml/2006/main" noGrp="1"/>
          </p:cNvSpPr>
          <p:nvPr/>
        </p:nvSpPr>
        <p:spPr>
          <a:xfrm xmlns:a="http://schemas.openxmlformats.org/drawingml/2006/main">
            <a:off x="1190625" y="4152900"/>
            <a:ext cx="981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0A2B4B"/>
                </a:solidFill>
                <a:latin typeface="Gill Sans MT"/>
                <a:ea typeface="Gill Sans MT"/>
                <a:cs typeface="Gill Sans MT"/>
              </a:defRPr>
            </a:pPr>
            <a:r>
              <a:rPr sz="2025" b="0">
                <a:solidFill>
                  <a:srgbClr val="0A2B4B"/>
                </a:solidFill>
                <a:latin typeface="Gill Sans MT"/>
                <a:ea typeface="Gill Sans MT"/>
                <a:cs typeface="Gill Sans MT"/>
              </a:rPr>
              <a:t>Construir rezagos con observaciones anteriores</a:t>
            </a:r>
          </a:p>
        </p:txBody>
      </p:sp>
      <p:sp>
        <p:nvSpPr>
          <p:cNvPr id="16" name="">
            <a:extLst xmlns:a="http://schemas.openxmlformats.org/drawingml/2006/main">
              <a:ext uri="{FF2B5EF4-FFF2-40B4-BE49-F238E27FC236}">
                <a16:creationId xmlns:a16="http://schemas.microsoft.com/office/drawing/2014/main" id="{0AEB2D2F-FA47-41FF-B87B-E817789F8669}"/>
              </a:ext>
            </a:extLst>
          </p:cNvPr>
          <p:cNvSpPr>
            <a:spLocks xmlns:a="http://schemas.openxmlformats.org/drawingml/2006/main" noGrp="1"/>
          </p:cNvSpPr>
          <p:nvPr/>
        </p:nvSpPr>
        <p:spPr>
          <a:xfrm xmlns:a="http://schemas.openxmlformats.org/drawingml/2006/main">
            <a:off x="1190625" y="4724400"/>
            <a:ext cx="981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0A2B4B"/>
                </a:solidFill>
                <a:latin typeface="Gill Sans MT"/>
                <a:ea typeface="Gill Sans MT"/>
                <a:cs typeface="Gill Sans MT"/>
              </a:defRPr>
            </a:pPr>
            <a:r>
              <a:rPr sz="2025" b="0">
                <a:solidFill>
                  <a:srgbClr val="0A2B4B"/>
                </a:solidFill>
                <a:latin typeface="Gill Sans MT"/>
                <a:ea typeface="Gill Sans MT"/>
                <a:cs typeface="Gill Sans MT"/>
              </a:rPr>
              <a:t>Calcular tendencias sin incluir el resultado actual</a:t>
            </a:r>
          </a:p>
        </p:txBody>
      </p:sp>
      <p:sp>
        <p:nvSpPr>
          <p:cNvPr id="17" name="">
            <a:extLst xmlns:a="http://schemas.openxmlformats.org/drawingml/2006/main">
              <a:ext uri="{FF2B5EF4-FFF2-40B4-BE49-F238E27FC236}">
                <a16:creationId xmlns:a16="http://schemas.microsoft.com/office/drawing/2014/main" id="{2F37695D-6CBC-47DD-97C3-9FB5EE310B3B}"/>
              </a:ext>
            </a:extLst>
          </p:cNvPr>
          <p:cNvSpPr>
            <a:spLocks xmlns:a="http://schemas.openxmlformats.org/drawingml/2006/main" noGrp="1"/>
          </p:cNvSpPr>
          <p:nvPr/>
        </p:nvSpPr>
        <p:spPr>
          <a:xfrm xmlns:a="http://schemas.openxmlformats.org/drawingml/2006/main">
            <a:off x="1190625" y="5534025"/>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95401C"/>
                </a:solidFill>
                <a:latin typeface="Gill Sans MT"/>
                <a:ea typeface="Gill Sans MT"/>
                <a:cs typeface="Gill Sans MT"/>
              </a:defRPr>
            </a:pPr>
            <a:r>
              <a:rPr sz="1725" b="1">
                <a:solidFill>
                  <a:srgbClr val="95401C"/>
                </a:solidFill>
                <a:latin typeface="Gill Sans MT"/>
                <a:ea typeface="Gill Sans MT"/>
                <a:cs typeface="Gill Sans MT"/>
              </a:rPr>
              <a:t>Pendiente de revisión: las divisiones internas mezclan años</a:t>
            </a:r>
          </a:p>
        </p:txBody>
      </p:sp>
    </p:spTree>
    <p:extLst>
      <p:ext uri="{BB962C8B-B14F-4D97-AF65-F5344CB8AC3E}">
        <p14:creationId xmlns:p14="http://schemas.microsoft.com/office/powerpoint/2010/main" val="25042030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279ED32-5635-4F22-B765-2E25E3DBE168}"/>
              </a:ext>
            </a:extLst>
          </p:cNvPr>
          <p:cNvSpPr>
            <a:spLocks xmlns:a="http://schemas.openxmlformats.org/drawingml/2006/main" noGrp="1"/>
          </p:cNvSpPr>
          <p:nvPr/>
        </p:nvSpPr>
        <p:spPr>
          <a:xfrm xmlns:a="http://schemas.openxmlformats.org/drawingml/2006/main">
            <a:off x="857250" y="1409700"/>
            <a:ext cx="10620375" cy="619125"/>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DECF7F-F9D0-4B07-B4DA-8BA27C150CE7}"/>
              </a:ext>
            </a:extLst>
          </p:cNvPr>
          <p:cNvSpPr>
            <a:spLocks xmlns:a="http://schemas.openxmlformats.org/drawingml/2006/main" noGrp="1"/>
          </p:cNvSpPr>
          <p:nvPr/>
        </p:nvSpPr>
        <p:spPr>
          <a:xfrm xmlns:a="http://schemas.openxmlformats.org/drawingml/2006/main">
            <a:off x="1009650" y="1457325"/>
            <a:ext cx="1028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FFFFF"/>
                </a:solidFill>
                <a:latin typeface="Gill Sans MT"/>
                <a:ea typeface="Gill Sans MT"/>
                <a:cs typeface="Gill Sans MT"/>
              </a:defRPr>
            </a:pPr>
            <a:r>
              <a:rPr sz="2550" b="1">
                <a:solidFill>
                  <a:srgbClr val="FFFFFF"/>
                </a:solidFill>
                <a:latin typeface="Gill Sans MT"/>
                <a:ea typeface="Gill Sans MT"/>
                <a:cs typeface="Gill Sans MT"/>
              </a:rPr>
              <a:t>Modelos evaluados</a:t>
            </a:r>
          </a:p>
        </p:txBody>
      </p:sp>
      <p:sp>
        <p:nvSpPr>
          <p:cNvPr id="3" name="">
            <a:extLst xmlns:a="http://schemas.openxmlformats.org/drawingml/2006/main">
              <a:ext uri="{FF2B5EF4-FFF2-40B4-BE49-F238E27FC236}">
                <a16:creationId xmlns:a16="http://schemas.microsoft.com/office/drawing/2014/main" id="{4A2D25F8-0B08-4A66-9FE5-4B255CDCAFA6}"/>
              </a:ext>
            </a:extLst>
          </p:cNvPr>
          <p:cNvSpPr>
            <a:spLocks xmlns:a="http://schemas.openxmlformats.org/drawingml/2006/main" noGrp="1"/>
          </p:cNvSpPr>
          <p:nvPr/>
        </p:nvSpPr>
        <p:spPr>
          <a:xfrm xmlns:a="http://schemas.openxmlformats.org/drawingml/2006/main">
            <a:off x="857250" y="2133600"/>
            <a:ext cx="10620375" cy="3981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996E57-C9B2-4B37-8033-08A18106770E}"/>
              </a:ext>
            </a:extLst>
          </p:cNvPr>
          <p:cNvSpPr>
            <a:spLocks xmlns:a="http://schemas.openxmlformats.org/drawingml/2006/main" noGrp="1"/>
          </p:cNvSpPr>
          <p:nvPr/>
        </p:nvSpPr>
        <p:spPr>
          <a:xfrm xmlns:a="http://schemas.openxmlformats.org/drawingml/2006/main">
            <a:off x="1571625" y="62865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FFFFFF"/>
                </a:solidFill>
                <a:latin typeface="Gill Sans MT"/>
                <a:ea typeface="Gill Sans MT"/>
                <a:cs typeface="Gill Sans MT"/>
              </a:defRPr>
            </a:pPr>
            <a:r>
              <a:rPr sz="1275" b="0">
                <a:solidFill>
                  <a:srgbClr val="FFFFFF"/>
                </a:solidFill>
                <a:latin typeface="Gill Sans MT"/>
                <a:ea typeface="Gill Sans MT"/>
                <a:cs typeface="Gill Sans MT"/>
              </a:rPr>
              <a:t>CONACIC 2026 · Paper 17 · DRAFT · 5/10</a:t>
            </a:r>
          </a:p>
        </p:txBody>
      </p:sp>
      <p:sp>
        <p:nvSpPr>
          <p:cNvPr id="5" name="">
            <a:extLst xmlns:a="http://schemas.openxmlformats.org/drawingml/2006/main">
              <a:ext uri="{FF2B5EF4-FFF2-40B4-BE49-F238E27FC236}">
                <a16:creationId xmlns:a16="http://schemas.microsoft.com/office/drawing/2014/main" id="{67CE7CC7-5C2E-4F95-B6FD-5CF65FFA4A40}"/>
              </a:ext>
            </a:extLst>
          </p:cNvPr>
          <p:cNvSpPr>
            <a:spLocks xmlns:a="http://schemas.openxmlformats.org/drawingml/2006/main" noGrp="1"/>
          </p:cNvSpPr>
          <p:nvPr/>
        </p:nvSpPr>
        <p:spPr>
          <a:xfrm xmlns:a="http://schemas.openxmlformats.org/drawingml/2006/main">
            <a:off x="1171575" y="23812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A2B4B"/>
                </a:solidFill>
                <a:latin typeface="Gill Sans MT"/>
                <a:ea typeface="Gill Sans MT"/>
                <a:cs typeface="Gill Sans MT"/>
              </a:defRPr>
            </a:pPr>
            <a:r>
              <a:rPr sz="2175" b="1">
                <a:solidFill>
                  <a:srgbClr val="0A2B4B"/>
                </a:solidFill>
                <a:latin typeface="Gill Sans MT"/>
                <a:ea typeface="Gill Sans MT"/>
                <a:cs typeface="Gill Sans MT"/>
              </a:rPr>
              <a:t>Ridge y Lasso</a:t>
            </a:r>
          </a:p>
        </p:txBody>
      </p:sp>
      <p:sp>
        <p:nvSpPr>
          <p:cNvPr id="6" name="">
            <a:extLst xmlns:a="http://schemas.openxmlformats.org/drawingml/2006/main">
              <a:ext uri="{FF2B5EF4-FFF2-40B4-BE49-F238E27FC236}">
                <a16:creationId xmlns:a16="http://schemas.microsoft.com/office/drawing/2014/main" id="{FEB4D759-4007-47C6-8AA3-EDD60B5B11DA}"/>
              </a:ext>
            </a:extLst>
          </p:cNvPr>
          <p:cNvSpPr>
            <a:spLocks xmlns:a="http://schemas.openxmlformats.org/drawingml/2006/main" noGrp="1"/>
          </p:cNvSpPr>
          <p:nvPr/>
        </p:nvSpPr>
        <p:spPr>
          <a:xfrm xmlns:a="http://schemas.openxmlformats.org/drawingml/2006/main">
            <a:off x="1171575" y="280035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A2B4B"/>
                </a:solidFill>
                <a:latin typeface="Gill Sans MT"/>
                <a:ea typeface="Gill Sans MT"/>
                <a:cs typeface="Gill Sans MT"/>
              </a:defRPr>
            </a:pPr>
            <a:r>
              <a:rPr sz="1875" b="0">
                <a:solidFill>
                  <a:srgbClr val="0A2B4B"/>
                </a:solidFill>
                <a:latin typeface="Gill Sans MT"/>
                <a:ea typeface="Gill Sans MT"/>
                <a:cs typeface="Gill Sans MT"/>
              </a:rPr>
              <a:t>Referencias lineales con regularización</a:t>
            </a:r>
          </a:p>
        </p:txBody>
      </p:sp>
      <p:sp>
        <p:nvSpPr>
          <p:cNvPr id="7" name="">
            <a:extLst xmlns:a="http://schemas.openxmlformats.org/drawingml/2006/main">
              <a:ext uri="{FF2B5EF4-FFF2-40B4-BE49-F238E27FC236}">
                <a16:creationId xmlns:a16="http://schemas.microsoft.com/office/drawing/2014/main" id="{07A9DF6A-5867-4EC6-BFEB-69D7E292ECC5}"/>
              </a:ext>
            </a:extLst>
          </p:cNvPr>
          <p:cNvSpPr>
            <a:spLocks xmlns:a="http://schemas.openxmlformats.org/drawingml/2006/main" noGrp="1"/>
          </p:cNvSpPr>
          <p:nvPr/>
        </p:nvSpPr>
        <p:spPr>
          <a:xfrm xmlns:a="http://schemas.openxmlformats.org/drawingml/2006/main">
            <a:off x="1171575" y="3362325"/>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A2B4B"/>
                </a:solidFill>
                <a:latin typeface="Gill Sans MT"/>
                <a:ea typeface="Gill Sans MT"/>
                <a:cs typeface="Gill Sans MT"/>
              </a:defRPr>
            </a:pPr>
            <a:r>
              <a:rPr sz="2175" b="1">
                <a:solidFill>
                  <a:srgbClr val="0A2B4B"/>
                </a:solidFill>
                <a:latin typeface="Gill Sans MT"/>
                <a:ea typeface="Gill Sans MT"/>
                <a:cs typeface="Gill Sans MT"/>
              </a:rPr>
              <a:t>LightGBM</a:t>
            </a:r>
          </a:p>
        </p:txBody>
      </p:sp>
      <p:sp>
        <p:nvSpPr>
          <p:cNvPr id="8" name="">
            <a:extLst xmlns:a="http://schemas.openxmlformats.org/drawingml/2006/main">
              <a:ext uri="{FF2B5EF4-FFF2-40B4-BE49-F238E27FC236}">
                <a16:creationId xmlns:a16="http://schemas.microsoft.com/office/drawing/2014/main" id="{47EEA5DE-2327-4D6A-97B0-8EC7C6AADB58}"/>
              </a:ext>
            </a:extLst>
          </p:cNvPr>
          <p:cNvSpPr>
            <a:spLocks xmlns:a="http://schemas.openxmlformats.org/drawingml/2006/main" noGrp="1"/>
          </p:cNvSpPr>
          <p:nvPr/>
        </p:nvSpPr>
        <p:spPr>
          <a:xfrm xmlns:a="http://schemas.openxmlformats.org/drawingml/2006/main">
            <a:off x="1171575" y="3781425"/>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A2B4B"/>
                </a:solidFill>
                <a:latin typeface="Gill Sans MT"/>
                <a:ea typeface="Gill Sans MT"/>
                <a:cs typeface="Gill Sans MT"/>
              </a:defRPr>
            </a:pPr>
            <a:r>
              <a:rPr sz="1875" b="0">
                <a:solidFill>
                  <a:srgbClr val="0A2B4B"/>
                </a:solidFill>
                <a:latin typeface="Gill Sans MT"/>
                <a:ea typeface="Gill Sans MT"/>
                <a:cs typeface="Gill Sans MT"/>
              </a:rPr>
              <a:t>50 ensayos Optuna · 188 árboles finales</a:t>
            </a:r>
          </a:p>
        </p:txBody>
      </p:sp>
      <p:sp>
        <p:nvSpPr>
          <p:cNvPr id="9" name="">
            <a:extLst xmlns:a="http://schemas.openxmlformats.org/drawingml/2006/main">
              <a:ext uri="{FF2B5EF4-FFF2-40B4-BE49-F238E27FC236}">
                <a16:creationId xmlns:a16="http://schemas.microsoft.com/office/drawing/2014/main" id="{55A4A57D-D5AE-46C3-80C1-0F03810674F9}"/>
              </a:ext>
            </a:extLst>
          </p:cNvPr>
          <p:cNvSpPr>
            <a:spLocks xmlns:a="http://schemas.openxmlformats.org/drawingml/2006/main" noGrp="1"/>
          </p:cNvSpPr>
          <p:nvPr/>
        </p:nvSpPr>
        <p:spPr>
          <a:xfrm xmlns:a="http://schemas.openxmlformats.org/drawingml/2006/main">
            <a:off x="1171575" y="43434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A2B4B"/>
                </a:solidFill>
                <a:latin typeface="Gill Sans MT"/>
                <a:ea typeface="Gill Sans MT"/>
                <a:cs typeface="Gill Sans MT"/>
              </a:defRPr>
            </a:pPr>
            <a:r>
              <a:rPr sz="2175" b="1">
                <a:solidFill>
                  <a:srgbClr val="0A2B4B"/>
                </a:solidFill>
                <a:latin typeface="Gill Sans MT"/>
                <a:ea typeface="Gill Sans MT"/>
                <a:cs typeface="Gill Sans MT"/>
              </a:rPr>
              <a:t>Transformer encoder</a:t>
            </a:r>
          </a:p>
        </p:txBody>
      </p:sp>
      <p:sp>
        <p:nvSpPr>
          <p:cNvPr id="10" name="">
            <a:extLst xmlns:a="http://schemas.openxmlformats.org/drawingml/2006/main">
              <a:ext uri="{FF2B5EF4-FFF2-40B4-BE49-F238E27FC236}">
                <a16:creationId xmlns:a16="http://schemas.microsoft.com/office/drawing/2014/main" id="{E3F40046-3832-4E57-9100-53168828FA49}"/>
              </a:ext>
            </a:extLst>
          </p:cNvPr>
          <p:cNvSpPr>
            <a:spLocks xmlns:a="http://schemas.openxmlformats.org/drawingml/2006/main" noGrp="1"/>
          </p:cNvSpPr>
          <p:nvPr/>
        </p:nvSpPr>
        <p:spPr>
          <a:xfrm xmlns:a="http://schemas.openxmlformats.org/drawingml/2006/main">
            <a:off x="1171575" y="476250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A2B4B"/>
                </a:solidFill>
                <a:latin typeface="Gill Sans MT"/>
                <a:ea typeface="Gill Sans MT"/>
                <a:cs typeface="Gill Sans MT"/>
              </a:defRPr>
            </a:pPr>
            <a:r>
              <a:rPr sz="1875" b="0">
                <a:solidFill>
                  <a:srgbClr val="0A2B4B"/>
                </a:solidFill>
                <a:latin typeface="Gill Sans MT"/>
                <a:ea typeface="Gill Sans MT"/>
                <a:cs typeface="Gill Sans MT"/>
              </a:rPr>
              <a:t>2 capas · 4 cabezas · secuencias por entidad</a:t>
            </a:r>
          </a:p>
        </p:txBody>
      </p:sp>
      <p:sp>
        <p:nvSpPr>
          <p:cNvPr id="11" name="">
            <a:extLst xmlns:a="http://schemas.openxmlformats.org/drawingml/2006/main">
              <a:ext uri="{FF2B5EF4-FFF2-40B4-BE49-F238E27FC236}">
                <a16:creationId xmlns:a16="http://schemas.microsoft.com/office/drawing/2014/main" id="{48E2E37D-9CBD-4D5E-80A4-01A80D2EB48C}"/>
              </a:ext>
            </a:extLst>
          </p:cNvPr>
          <p:cNvSpPr>
            <a:spLocks xmlns:a="http://schemas.openxmlformats.org/drawingml/2006/main" noGrp="1"/>
          </p:cNvSpPr>
          <p:nvPr/>
        </p:nvSpPr>
        <p:spPr>
          <a:xfrm xmlns:a="http://schemas.openxmlformats.org/drawingml/2006/main">
            <a:off x="1171575" y="5638800"/>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0A2B4B"/>
                </a:solidFill>
                <a:latin typeface="Gill Sans MT"/>
                <a:ea typeface="Gill Sans MT"/>
                <a:cs typeface="Gill Sans MT"/>
              </a:defRPr>
            </a:pPr>
            <a:r>
              <a:rPr sz="1575" b="0">
                <a:solidFill>
                  <a:srgbClr val="0A2B4B"/>
                </a:solidFill>
                <a:latin typeface="Gill Sans MT"/>
                <a:ea typeface="Gill Sans MT"/>
                <a:cs typeface="Gill Sans MT"/>
              </a:rPr>
              <a:t>Comparación limitada a las configuraciones e información disponibles</a:t>
            </a:r>
          </a:p>
        </p:txBody>
      </p:sp>
    </p:spTree>
    <p:extLst>
      <p:ext uri="{BB962C8B-B14F-4D97-AF65-F5344CB8AC3E}">
        <p14:creationId xmlns:p14="http://schemas.microsoft.com/office/powerpoint/2010/main" val="307379632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79637B-19BE-4D99-8CB8-31B47855E8C4}"/>
              </a:ext>
            </a:extLst>
          </p:cNvPr>
          <p:cNvSpPr>
            <a:spLocks xmlns:a="http://schemas.openxmlformats.org/drawingml/2006/main" noGrp="1"/>
          </p:cNvSpPr>
          <p:nvPr/>
        </p:nvSpPr>
        <p:spPr>
          <a:xfrm xmlns:a="http://schemas.openxmlformats.org/drawingml/2006/main">
            <a:off x="857250" y="1409700"/>
            <a:ext cx="10620375" cy="619125"/>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1939B5-FB26-4DC3-A104-ED1D10EB28E9}"/>
              </a:ext>
            </a:extLst>
          </p:cNvPr>
          <p:cNvSpPr>
            <a:spLocks xmlns:a="http://schemas.openxmlformats.org/drawingml/2006/main" noGrp="1"/>
          </p:cNvSpPr>
          <p:nvPr/>
        </p:nvSpPr>
        <p:spPr>
          <a:xfrm xmlns:a="http://schemas.openxmlformats.org/drawingml/2006/main">
            <a:off x="1009650" y="1457325"/>
            <a:ext cx="1028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FFFFF"/>
                </a:solidFill>
                <a:latin typeface="Gill Sans MT"/>
                <a:ea typeface="Gill Sans MT"/>
                <a:cs typeface="Gill Sans MT"/>
              </a:defRPr>
            </a:pPr>
            <a:r>
              <a:rPr sz="2550" b="1">
                <a:solidFill>
                  <a:srgbClr val="FFFFFF"/>
                </a:solidFill>
                <a:latin typeface="Gill Sans MT"/>
                <a:ea typeface="Gill Sans MT"/>
                <a:cs typeface="Gill Sans MT"/>
              </a:rPr>
              <a:t>Resultado principal de LightGBM</a:t>
            </a:r>
          </a:p>
        </p:txBody>
      </p:sp>
      <p:sp>
        <p:nvSpPr>
          <p:cNvPr id="3" name="">
            <a:extLst xmlns:a="http://schemas.openxmlformats.org/drawingml/2006/main">
              <a:ext uri="{FF2B5EF4-FFF2-40B4-BE49-F238E27FC236}">
                <a16:creationId xmlns:a16="http://schemas.microsoft.com/office/drawing/2014/main" id="{C8513E73-4CB4-4AB4-A7AF-D3D30CCDB49E}"/>
              </a:ext>
            </a:extLst>
          </p:cNvPr>
          <p:cNvSpPr>
            <a:spLocks xmlns:a="http://schemas.openxmlformats.org/drawingml/2006/main" noGrp="1"/>
          </p:cNvSpPr>
          <p:nvPr/>
        </p:nvSpPr>
        <p:spPr>
          <a:xfrm xmlns:a="http://schemas.openxmlformats.org/drawingml/2006/main">
            <a:off x="857250" y="2133600"/>
            <a:ext cx="10620375" cy="3981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B42E75-A656-48C3-BBB5-DCAD747D99CE}"/>
              </a:ext>
            </a:extLst>
          </p:cNvPr>
          <p:cNvSpPr>
            <a:spLocks xmlns:a="http://schemas.openxmlformats.org/drawingml/2006/main" noGrp="1"/>
          </p:cNvSpPr>
          <p:nvPr/>
        </p:nvSpPr>
        <p:spPr>
          <a:xfrm xmlns:a="http://schemas.openxmlformats.org/drawingml/2006/main">
            <a:off x="1571625" y="62865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FFFFFF"/>
                </a:solidFill>
                <a:latin typeface="Gill Sans MT"/>
                <a:ea typeface="Gill Sans MT"/>
                <a:cs typeface="Gill Sans MT"/>
              </a:defRPr>
            </a:pPr>
            <a:r>
              <a:rPr sz="1275" b="0">
                <a:solidFill>
                  <a:srgbClr val="FFFFFF"/>
                </a:solidFill>
                <a:latin typeface="Gill Sans MT"/>
                <a:ea typeface="Gill Sans MT"/>
                <a:cs typeface="Gill Sans MT"/>
              </a:rPr>
              <a:t>CONACIC 2026 · Paper 17 · DRAFT · 6/10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225b61dafe14984"/>
          <a:stretch xmlns:a="http://schemas.openxmlformats.org/drawingml/2006/main"/>
        </p:blipFill>
        <p:spPr>
          <a:xfrm xmlns:a="http://schemas.openxmlformats.org/drawingml/2006/main">
            <a:off x="2171016" y="2238375"/>
            <a:ext cx="3754217" cy="37433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500E38F-2900-40EF-A874-A9AEF60D1726}"/>
              </a:ext>
            </a:extLst>
          </p:cNvPr>
          <p:cNvSpPr>
            <a:spLocks xmlns:a="http://schemas.openxmlformats.org/drawingml/2006/main" noGrp="1"/>
          </p:cNvSpPr>
          <p:nvPr/>
        </p:nvSpPr>
        <p:spPr>
          <a:xfrm xmlns:a="http://schemas.openxmlformats.org/drawingml/2006/main">
            <a:off x="7429500" y="2524125"/>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A2B4B"/>
                </a:solidFill>
                <a:latin typeface="Gill Sans MT"/>
                <a:ea typeface="Gill Sans MT"/>
                <a:cs typeface="Gill Sans MT"/>
              </a:defRPr>
            </a:pPr>
            <a:r>
              <a:rPr sz="2550" b="1">
                <a:solidFill>
                  <a:srgbClr val="0A2B4B"/>
                </a:solidFill>
                <a:latin typeface="Gill Sans MT"/>
                <a:ea typeface="Gill Sans MT"/>
                <a:cs typeface="Gill Sans MT"/>
              </a:rPr>
              <a:t>RMSE  9,3293</a:t>
            </a:r>
          </a:p>
        </p:txBody>
      </p:sp>
      <p:sp>
        <p:nvSpPr>
          <p:cNvPr id="7" name="">
            <a:extLst xmlns:a="http://schemas.openxmlformats.org/drawingml/2006/main">
              <a:ext uri="{FF2B5EF4-FFF2-40B4-BE49-F238E27FC236}">
                <a16:creationId xmlns:a16="http://schemas.microsoft.com/office/drawing/2014/main" id="{5782DBF7-C902-422A-973B-831293CFE5F0}"/>
              </a:ext>
            </a:extLst>
          </p:cNvPr>
          <p:cNvSpPr>
            <a:spLocks xmlns:a="http://schemas.openxmlformats.org/drawingml/2006/main" noGrp="1"/>
          </p:cNvSpPr>
          <p:nvPr/>
        </p:nvSpPr>
        <p:spPr>
          <a:xfrm xmlns:a="http://schemas.openxmlformats.org/drawingml/2006/main">
            <a:off x="7429500" y="3190875"/>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A2B4B"/>
                </a:solidFill>
                <a:latin typeface="Gill Sans MT"/>
                <a:ea typeface="Gill Sans MT"/>
                <a:cs typeface="Gill Sans MT"/>
              </a:defRPr>
            </a:pPr>
            <a:r>
              <a:rPr sz="2550" b="1">
                <a:solidFill>
                  <a:srgbClr val="0A2B4B"/>
                </a:solidFill>
                <a:latin typeface="Gill Sans MT"/>
                <a:ea typeface="Gill Sans MT"/>
                <a:cs typeface="Gill Sans MT"/>
              </a:rPr>
              <a:t>MAE    6,2109</a:t>
            </a:r>
          </a:p>
        </p:txBody>
      </p:sp>
      <p:sp>
        <p:nvSpPr>
          <p:cNvPr id="8" name="">
            <a:extLst xmlns:a="http://schemas.openxmlformats.org/drawingml/2006/main">
              <a:ext uri="{FF2B5EF4-FFF2-40B4-BE49-F238E27FC236}">
                <a16:creationId xmlns:a16="http://schemas.microsoft.com/office/drawing/2014/main" id="{63B476DE-3D0D-418D-9D94-2855BDEBD732}"/>
              </a:ext>
            </a:extLst>
          </p:cNvPr>
          <p:cNvSpPr>
            <a:spLocks xmlns:a="http://schemas.openxmlformats.org/drawingml/2006/main" noGrp="1"/>
          </p:cNvSpPr>
          <p:nvPr/>
        </p:nvSpPr>
        <p:spPr>
          <a:xfrm xmlns:a="http://schemas.openxmlformats.org/drawingml/2006/main">
            <a:off x="7429500" y="3857625"/>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A2B4B"/>
                </a:solidFill>
                <a:latin typeface="Gill Sans MT"/>
                <a:ea typeface="Gill Sans MT"/>
                <a:cs typeface="Gill Sans MT"/>
              </a:defRPr>
            </a:pPr>
            <a:r>
              <a:rPr sz="2550" b="1">
                <a:solidFill>
                  <a:srgbClr val="0A2B4B"/>
                </a:solidFill>
                <a:latin typeface="Gill Sans MT"/>
                <a:ea typeface="Gill Sans MT"/>
                <a:cs typeface="Gill Sans MT"/>
              </a:rPr>
              <a:t>R²        0,7062</a:t>
            </a:r>
          </a:p>
        </p:txBody>
      </p:sp>
      <p:sp>
        <p:nvSpPr>
          <p:cNvPr id="9" name="">
            <a:extLst xmlns:a="http://schemas.openxmlformats.org/drawingml/2006/main">
              <a:ext uri="{FF2B5EF4-FFF2-40B4-BE49-F238E27FC236}">
                <a16:creationId xmlns:a16="http://schemas.microsoft.com/office/drawing/2014/main" id="{321FD75B-9839-48E3-950C-EC66B9924B58}"/>
              </a:ext>
            </a:extLst>
          </p:cNvPr>
          <p:cNvSpPr>
            <a:spLocks xmlns:a="http://schemas.openxmlformats.org/drawingml/2006/main" noGrp="1"/>
          </p:cNvSpPr>
          <p:nvPr/>
        </p:nvSpPr>
        <p:spPr>
          <a:xfrm xmlns:a="http://schemas.openxmlformats.org/drawingml/2006/main">
            <a:off x="7429500" y="4791075"/>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A2B4B"/>
                </a:solidFill>
                <a:latin typeface="Gill Sans MT"/>
                <a:ea typeface="Gill Sans MT"/>
                <a:cs typeface="Gill Sans MT"/>
              </a:defRPr>
            </a:pPr>
            <a:r>
              <a:rPr sz="1875" b="0">
                <a:solidFill>
                  <a:srgbClr val="0A2B4B"/>
                </a:solidFill>
                <a:latin typeface="Gill Sans MT"/>
                <a:ea typeface="Gill Sans MT"/>
                <a:cs typeface="Gill Sans MT"/>
              </a:rPr>
              <a:t>Evaluación externa en 2024</a:t>
            </a:r>
          </a:p>
          <a:p xmlns:a="http://schemas.openxmlformats.org/drawingml/2006/main">
            <a:pPr>
              <a:defRPr sz="1875" b="0">
                <a:solidFill>
                  <a:srgbClr val="0A2B4B"/>
                </a:solidFill>
                <a:latin typeface="Gill Sans MT"/>
                <a:ea typeface="Gill Sans MT"/>
                <a:cs typeface="Gill Sans MT"/>
              </a:defRPr>
            </a:pPr>
            <a:r>
              <a:rPr sz="1875" b="0">
                <a:solidFill>
                  <a:srgbClr val="0A2B4B"/>
                </a:solidFill>
                <a:latin typeface="Gill Sans MT"/>
                <a:ea typeface="Gill Sans MT"/>
                <a:cs typeface="Gill Sans MT"/>
              </a:rPr>
              <a:t>28.762 observaciones</a:t>
            </a:r>
          </a:p>
        </p:txBody>
      </p:sp>
    </p:spTree>
    <p:extLst>
      <p:ext uri="{BB962C8B-B14F-4D97-AF65-F5344CB8AC3E}">
        <p14:creationId xmlns:p14="http://schemas.microsoft.com/office/powerpoint/2010/main" val="147398169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81C3DA-F244-4465-871B-A0A1F450C160}"/>
              </a:ext>
            </a:extLst>
          </p:cNvPr>
          <p:cNvSpPr>
            <a:spLocks xmlns:a="http://schemas.openxmlformats.org/drawingml/2006/main" noGrp="1"/>
          </p:cNvSpPr>
          <p:nvPr/>
        </p:nvSpPr>
        <p:spPr>
          <a:xfrm xmlns:a="http://schemas.openxmlformats.org/drawingml/2006/main">
            <a:off x="857250" y="1409700"/>
            <a:ext cx="10620375" cy="619125"/>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8DB53E-B31E-41AC-B090-1221A3ABBBD9}"/>
              </a:ext>
            </a:extLst>
          </p:cNvPr>
          <p:cNvSpPr>
            <a:spLocks xmlns:a="http://schemas.openxmlformats.org/drawingml/2006/main" noGrp="1"/>
          </p:cNvSpPr>
          <p:nvPr/>
        </p:nvSpPr>
        <p:spPr>
          <a:xfrm xmlns:a="http://schemas.openxmlformats.org/drawingml/2006/main">
            <a:off x="1009650" y="1457325"/>
            <a:ext cx="1028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FFFFF"/>
                </a:solidFill>
                <a:latin typeface="Gill Sans MT"/>
                <a:ea typeface="Gill Sans MT"/>
                <a:cs typeface="Gill Sans MT"/>
              </a:defRPr>
            </a:pPr>
            <a:r>
              <a:rPr sz="2550" b="1">
                <a:solidFill>
                  <a:srgbClr val="FFFFFF"/>
                </a:solidFill>
                <a:latin typeface="Gill Sans MT"/>
                <a:ea typeface="Gill Sans MT"/>
                <a:cs typeface="Gill Sans MT"/>
              </a:rPr>
              <a:t>Comparación en el conjunto de prueba 2024</a:t>
            </a:r>
          </a:p>
        </p:txBody>
      </p:sp>
      <p:sp>
        <p:nvSpPr>
          <p:cNvPr id="3" name="">
            <a:extLst xmlns:a="http://schemas.openxmlformats.org/drawingml/2006/main">
              <a:ext uri="{FF2B5EF4-FFF2-40B4-BE49-F238E27FC236}">
                <a16:creationId xmlns:a16="http://schemas.microsoft.com/office/drawing/2014/main" id="{8F589738-6DEC-45FB-8F5A-9D35DBB196AC}"/>
              </a:ext>
            </a:extLst>
          </p:cNvPr>
          <p:cNvSpPr>
            <a:spLocks xmlns:a="http://schemas.openxmlformats.org/drawingml/2006/main" noGrp="1"/>
          </p:cNvSpPr>
          <p:nvPr/>
        </p:nvSpPr>
        <p:spPr>
          <a:xfrm xmlns:a="http://schemas.openxmlformats.org/drawingml/2006/main">
            <a:off x="857250" y="2133600"/>
            <a:ext cx="10620375" cy="3981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88F8DF-30CF-41D6-81E5-D0035C78C03F}"/>
              </a:ext>
            </a:extLst>
          </p:cNvPr>
          <p:cNvSpPr>
            <a:spLocks xmlns:a="http://schemas.openxmlformats.org/drawingml/2006/main" noGrp="1"/>
          </p:cNvSpPr>
          <p:nvPr/>
        </p:nvSpPr>
        <p:spPr>
          <a:xfrm xmlns:a="http://schemas.openxmlformats.org/drawingml/2006/main">
            <a:off x="1571625" y="62865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FFFFFF"/>
                </a:solidFill>
                <a:latin typeface="Gill Sans MT"/>
                <a:ea typeface="Gill Sans MT"/>
                <a:cs typeface="Gill Sans MT"/>
              </a:defRPr>
            </a:pPr>
            <a:r>
              <a:rPr sz="1275" b="0">
                <a:solidFill>
                  <a:srgbClr val="FFFFFF"/>
                </a:solidFill>
                <a:latin typeface="Gill Sans MT"/>
                <a:ea typeface="Gill Sans MT"/>
                <a:cs typeface="Gill Sans MT"/>
              </a:rPr>
              <a:t>CONACIC 2026 · Paper 17 · DRAFT · 7/10</a:t>
            </a:r>
          </a:p>
        </p:txBody>
      </p:sp>
      <p:graphicFrame>
        <p:nvGraphicFramePr>
          <p:cNvPr id="12" name=""/>
          <p:cNvGraphicFramePr/>
          <p:nvPr/>
        </p:nvGraphicFramePr>
        <p:xfrm>
          <a:off xmlns:a="http://schemas.openxmlformats.org/drawingml/2006/main" x="1143000" y="2419350"/>
          <a:ext xmlns:a="http://schemas.openxmlformats.org/drawingml/2006/main" cx="10001250" cy="2619375"/>
        </p:xfrm>
        <a:graphic xmlns:a="http://schemas.openxmlformats.org/drawingml/2006/main">
          <a:graphicData uri="http://schemas.openxmlformats.org/drawingml/2006/table">
            <a:tbl>
              <a:tblPr/>
              <a:tblGrid>
                <a:gridCol w="3429000"/>
                <a:gridCol w="2190750"/>
                <a:gridCol w="2190750"/>
                <a:gridCol w="2190750"/>
              </a:tblGrid>
              <a:tr h="523875">
                <a:tc>
                  <a:txBody>
                    <a:bodyPr/>
                    <a:lstStyle/>
                    <a:p>
                      <a:r>
                        <a:rPr sz="2025" b="1">
                          <a:solidFill>
                            <a:srgbClr val="FFFFFF"/>
                          </a:solidFill>
                          <a:latin typeface="Gill Sans MT"/>
                          <a:ea typeface="Gill Sans MT"/>
                          <a:cs typeface="Gill Sans MT"/>
                        </a:rPr>
                        <a:t>Modelo</a:t>
                      </a:r>
                    </a:p>
                  </a:txBody>
                  <a:tcPr marL="91440" marR="91440" marT="45720" marB="45720">
                    <a:solidFill>
                      <a:srgbClr val="0A2B4B"/>
                    </a:solidFill>
                  </a:tcPr>
                </a:tc>
                <a:tc>
                  <a:txBody>
                    <a:bodyPr/>
                    <a:lstStyle/>
                    <a:p>
                      <a:r>
                        <a:rPr sz="2025" b="1">
                          <a:solidFill>
                            <a:srgbClr val="FFFFFF"/>
                          </a:solidFill>
                          <a:latin typeface="Gill Sans MT"/>
                          <a:ea typeface="Gill Sans MT"/>
                          <a:cs typeface="Gill Sans MT"/>
                        </a:rPr>
                        <a:t>RMSE</a:t>
                      </a:r>
                    </a:p>
                  </a:txBody>
                  <a:tcPr marL="91440" marR="91440" marT="45720" marB="45720">
                    <a:solidFill>
                      <a:srgbClr val="0A2B4B"/>
                    </a:solidFill>
                  </a:tcPr>
                </a:tc>
                <a:tc>
                  <a:txBody>
                    <a:bodyPr/>
                    <a:lstStyle/>
                    <a:p>
                      <a:r>
                        <a:rPr sz="2025" b="1">
                          <a:solidFill>
                            <a:srgbClr val="FFFFFF"/>
                          </a:solidFill>
                          <a:latin typeface="Gill Sans MT"/>
                          <a:ea typeface="Gill Sans MT"/>
                          <a:cs typeface="Gill Sans MT"/>
                        </a:rPr>
                        <a:t>MAE</a:t>
                      </a:r>
                    </a:p>
                  </a:txBody>
                  <a:tcPr marL="91440" marR="91440" marT="45720" marB="45720">
                    <a:solidFill>
                      <a:srgbClr val="0A2B4B"/>
                    </a:solidFill>
                  </a:tcPr>
                </a:tc>
                <a:tc>
                  <a:txBody>
                    <a:bodyPr/>
                    <a:lstStyle/>
                    <a:p>
                      <a:r>
                        <a:rPr sz="2025" b="1">
                          <a:solidFill>
                            <a:srgbClr val="FFFFFF"/>
                          </a:solidFill>
                          <a:latin typeface="Gill Sans MT"/>
                          <a:ea typeface="Gill Sans MT"/>
                          <a:cs typeface="Gill Sans MT"/>
                        </a:rPr>
                        <a:t>R²</a:t>
                      </a:r>
                    </a:p>
                  </a:txBody>
                  <a:tcPr marL="91440" marR="91440" marT="45720" marB="45720">
                    <a:solidFill>
                      <a:srgbClr val="0A2B4B"/>
                    </a:solidFill>
                  </a:tcPr>
                </a:tc>
              </a:tr>
              <a:tr h="523875">
                <a:tc>
                  <a:txBody>
                    <a:bodyPr/>
                    <a:lstStyle/>
                    <a:p>
                      <a:r>
                        <a:rPr sz="2025" b="0">
                          <a:solidFill>
                            <a:srgbClr val="0A2B4B"/>
                          </a:solidFill>
                          <a:latin typeface="Gill Sans MT"/>
                          <a:ea typeface="Gill Sans MT"/>
                          <a:cs typeface="Gill Sans MT"/>
                        </a:rPr>
                        <a:t>Ridge</a:t>
                      </a:r>
                    </a:p>
                  </a:txBody>
                  <a:tcPr marL="91440" marR="91440" marT="45720" marB="45720">
                    <a:solidFill>
                      <a:srgbClr val="F2F5F7"/>
                    </a:solidFill>
                  </a:tcPr>
                </a:tc>
                <a:tc>
                  <a:txBody>
                    <a:bodyPr/>
                    <a:lstStyle/>
                    <a:p>
                      <a:r>
                        <a:rPr sz="2025" b="0">
                          <a:solidFill>
                            <a:srgbClr val="0A2B4B"/>
                          </a:solidFill>
                          <a:latin typeface="Gill Sans MT"/>
                          <a:ea typeface="Gill Sans MT"/>
                          <a:cs typeface="Gill Sans MT"/>
                        </a:rPr>
                        <a:t>10,2294</a:t>
                      </a:r>
                    </a:p>
                  </a:txBody>
                  <a:tcPr marL="91440" marR="91440" marT="45720" marB="45720">
                    <a:solidFill>
                      <a:srgbClr val="F2F5F7"/>
                    </a:solidFill>
                  </a:tcPr>
                </a:tc>
                <a:tc>
                  <a:txBody>
                    <a:bodyPr/>
                    <a:lstStyle/>
                    <a:p>
                      <a:r>
                        <a:rPr sz="2025" b="0">
                          <a:solidFill>
                            <a:srgbClr val="0A2B4B"/>
                          </a:solidFill>
                          <a:latin typeface="Gill Sans MT"/>
                          <a:ea typeface="Gill Sans MT"/>
                          <a:cs typeface="Gill Sans MT"/>
                        </a:rPr>
                        <a:t>7,2967</a:t>
                      </a:r>
                    </a:p>
                  </a:txBody>
                  <a:tcPr marL="91440" marR="91440" marT="45720" marB="45720">
                    <a:solidFill>
                      <a:srgbClr val="F2F5F7"/>
                    </a:solidFill>
                  </a:tcPr>
                </a:tc>
                <a:tc>
                  <a:txBody>
                    <a:bodyPr/>
                    <a:lstStyle/>
                    <a:p>
                      <a:r>
                        <a:rPr sz="2025" b="0">
                          <a:solidFill>
                            <a:srgbClr val="0A2B4B"/>
                          </a:solidFill>
                          <a:latin typeface="Gill Sans MT"/>
                          <a:ea typeface="Gill Sans MT"/>
                          <a:cs typeface="Gill Sans MT"/>
                        </a:rPr>
                        <a:t>0,6467</a:t>
                      </a:r>
                    </a:p>
                  </a:txBody>
                  <a:tcPr marL="91440" marR="91440" marT="45720" marB="45720">
                    <a:solidFill>
                      <a:srgbClr val="F2F5F7"/>
                    </a:solidFill>
                  </a:tcPr>
                </a:tc>
              </a:tr>
              <a:tr h="523875">
                <a:tc>
                  <a:txBody>
                    <a:bodyPr/>
                    <a:lstStyle/>
                    <a:p>
                      <a:r>
                        <a:rPr sz="2025" b="0">
                          <a:solidFill>
                            <a:srgbClr val="0A2B4B"/>
                          </a:solidFill>
                          <a:latin typeface="Gill Sans MT"/>
                          <a:ea typeface="Gill Sans MT"/>
                          <a:cs typeface="Gill Sans MT"/>
                        </a:rPr>
                        <a:t>Lasso</a:t>
                      </a:r>
                    </a:p>
                  </a:txBody>
                  <a:tcPr marL="91440" marR="91440" marT="45720" marB="45720">
                    <a:solidFill>
                      <a:srgbClr val="FFFFFF"/>
                    </a:solidFill>
                  </a:tcPr>
                </a:tc>
                <a:tc>
                  <a:txBody>
                    <a:bodyPr/>
                    <a:lstStyle/>
                    <a:p>
                      <a:r>
                        <a:rPr sz="2025" b="0">
                          <a:solidFill>
                            <a:srgbClr val="0A2B4B"/>
                          </a:solidFill>
                          <a:latin typeface="Gill Sans MT"/>
                          <a:ea typeface="Gill Sans MT"/>
                          <a:cs typeface="Gill Sans MT"/>
                        </a:rPr>
                        <a:t>10,0722</a:t>
                      </a:r>
                    </a:p>
                  </a:txBody>
                  <a:tcPr marL="91440" marR="91440" marT="45720" marB="45720">
                    <a:solidFill>
                      <a:srgbClr val="FFFFFF"/>
                    </a:solidFill>
                  </a:tcPr>
                </a:tc>
                <a:tc>
                  <a:txBody>
                    <a:bodyPr/>
                    <a:lstStyle/>
                    <a:p>
                      <a:r>
                        <a:rPr sz="2025" b="0">
                          <a:solidFill>
                            <a:srgbClr val="0A2B4B"/>
                          </a:solidFill>
                          <a:latin typeface="Gill Sans MT"/>
                          <a:ea typeface="Gill Sans MT"/>
                          <a:cs typeface="Gill Sans MT"/>
                        </a:rPr>
                        <a:t>7,0622</a:t>
                      </a:r>
                    </a:p>
                  </a:txBody>
                  <a:tcPr marL="91440" marR="91440" marT="45720" marB="45720">
                    <a:solidFill>
                      <a:srgbClr val="FFFFFF"/>
                    </a:solidFill>
                  </a:tcPr>
                </a:tc>
                <a:tc>
                  <a:txBody>
                    <a:bodyPr/>
                    <a:lstStyle/>
                    <a:p>
                      <a:r>
                        <a:rPr sz="2025" b="0">
                          <a:solidFill>
                            <a:srgbClr val="0A2B4B"/>
                          </a:solidFill>
                          <a:latin typeface="Gill Sans MT"/>
                          <a:ea typeface="Gill Sans MT"/>
                          <a:cs typeface="Gill Sans MT"/>
                        </a:rPr>
                        <a:t>0,6575</a:t>
                      </a:r>
                    </a:p>
                  </a:txBody>
                  <a:tcPr marL="91440" marR="91440" marT="45720" marB="45720">
                    <a:solidFill>
                      <a:srgbClr val="FFFFFF"/>
                    </a:solidFill>
                  </a:tcPr>
                </a:tc>
              </a:tr>
              <a:tr h="523875">
                <a:tc>
                  <a:txBody>
                    <a:bodyPr/>
                    <a:lstStyle/>
                    <a:p>
                      <a:r>
                        <a:rPr sz="2025" b="1">
                          <a:solidFill>
                            <a:srgbClr val="0A2B4B"/>
                          </a:solidFill>
                          <a:latin typeface="Gill Sans MT"/>
                          <a:ea typeface="Gill Sans MT"/>
                          <a:cs typeface="Gill Sans MT"/>
                        </a:rPr>
                        <a:t>LightGBM</a:t>
                      </a:r>
                    </a:p>
                  </a:txBody>
                  <a:tcPr marL="91440" marR="91440" marT="45720" marB="45720">
                    <a:solidFill>
                      <a:srgbClr val="D8EFE3"/>
                    </a:solidFill>
                  </a:tcPr>
                </a:tc>
                <a:tc>
                  <a:txBody>
                    <a:bodyPr/>
                    <a:lstStyle/>
                    <a:p>
                      <a:r>
                        <a:rPr sz="2025" b="1">
                          <a:solidFill>
                            <a:srgbClr val="0A2B4B"/>
                          </a:solidFill>
                          <a:latin typeface="Gill Sans MT"/>
                          <a:ea typeface="Gill Sans MT"/>
                          <a:cs typeface="Gill Sans MT"/>
                        </a:rPr>
                        <a:t>9,3293</a:t>
                      </a:r>
                    </a:p>
                  </a:txBody>
                  <a:tcPr marL="91440" marR="91440" marT="45720" marB="45720">
                    <a:solidFill>
                      <a:srgbClr val="D8EFE3"/>
                    </a:solidFill>
                  </a:tcPr>
                </a:tc>
                <a:tc>
                  <a:txBody>
                    <a:bodyPr/>
                    <a:lstStyle/>
                    <a:p>
                      <a:r>
                        <a:rPr sz="2025" b="1">
                          <a:solidFill>
                            <a:srgbClr val="0A2B4B"/>
                          </a:solidFill>
                          <a:latin typeface="Gill Sans MT"/>
                          <a:ea typeface="Gill Sans MT"/>
                          <a:cs typeface="Gill Sans MT"/>
                        </a:rPr>
                        <a:t>6,2109</a:t>
                      </a:r>
                    </a:p>
                  </a:txBody>
                  <a:tcPr marL="91440" marR="91440" marT="45720" marB="45720">
                    <a:solidFill>
                      <a:srgbClr val="D8EFE3"/>
                    </a:solidFill>
                  </a:tcPr>
                </a:tc>
                <a:tc>
                  <a:txBody>
                    <a:bodyPr/>
                    <a:lstStyle/>
                    <a:p>
                      <a:r>
                        <a:rPr sz="2025" b="1">
                          <a:solidFill>
                            <a:srgbClr val="0A2B4B"/>
                          </a:solidFill>
                          <a:latin typeface="Gill Sans MT"/>
                          <a:ea typeface="Gill Sans MT"/>
                          <a:cs typeface="Gill Sans MT"/>
                        </a:rPr>
                        <a:t>0,7062</a:t>
                      </a:r>
                    </a:p>
                  </a:txBody>
                  <a:tcPr marL="91440" marR="91440" marT="45720" marB="45720">
                    <a:solidFill>
                      <a:srgbClr val="D8EFE3"/>
                    </a:solidFill>
                  </a:tcPr>
                </a:tc>
              </a:tr>
              <a:tr h="523875">
                <a:tc>
                  <a:txBody>
                    <a:bodyPr/>
                    <a:lstStyle/>
                    <a:p>
                      <a:r>
                        <a:rPr sz="2025" b="0">
                          <a:solidFill>
                            <a:srgbClr val="0A2B4B"/>
                          </a:solidFill>
                          <a:latin typeface="Gill Sans MT"/>
                          <a:ea typeface="Gill Sans MT"/>
                          <a:cs typeface="Gill Sans MT"/>
                        </a:rPr>
                        <a:t>Transformer</a:t>
                      </a:r>
                    </a:p>
                  </a:txBody>
                  <a:tcPr marL="91440" marR="91440" marT="45720" marB="45720">
                    <a:solidFill>
                      <a:srgbClr val="FFFFFF"/>
                    </a:solidFill>
                  </a:tcPr>
                </a:tc>
                <a:tc>
                  <a:txBody>
                    <a:bodyPr/>
                    <a:lstStyle/>
                    <a:p>
                      <a:r>
                        <a:rPr sz="2025" b="0">
                          <a:solidFill>
                            <a:srgbClr val="0A2B4B"/>
                          </a:solidFill>
                          <a:latin typeface="Gill Sans MT"/>
                          <a:ea typeface="Gill Sans MT"/>
                          <a:cs typeface="Gill Sans MT"/>
                        </a:rPr>
                        <a:t>16,8588</a:t>
                      </a:r>
                    </a:p>
                  </a:txBody>
                  <a:tcPr marL="91440" marR="91440" marT="45720" marB="45720">
                    <a:solidFill>
                      <a:srgbClr val="FFFFFF"/>
                    </a:solidFill>
                  </a:tcPr>
                </a:tc>
                <a:tc>
                  <a:txBody>
                    <a:bodyPr/>
                    <a:lstStyle/>
                    <a:p>
                      <a:r>
                        <a:rPr sz="2025" b="0">
                          <a:solidFill>
                            <a:srgbClr val="0A2B4B"/>
                          </a:solidFill>
                          <a:latin typeface="Gill Sans MT"/>
                          <a:ea typeface="Gill Sans MT"/>
                          <a:cs typeface="Gill Sans MT"/>
                        </a:rPr>
                        <a:t>n/d</a:t>
                      </a:r>
                    </a:p>
                  </a:txBody>
                  <a:tcPr marL="91440" marR="91440" marT="45720" marB="45720">
                    <a:solidFill>
                      <a:srgbClr val="FFFFFF"/>
                    </a:solidFill>
                  </a:tcPr>
                </a:tc>
                <a:tc>
                  <a:txBody>
                    <a:bodyPr/>
                    <a:lstStyle/>
                    <a:p>
                      <a:r>
                        <a:rPr sz="2025" b="0">
                          <a:solidFill>
                            <a:srgbClr val="0A2B4B"/>
                          </a:solidFill>
                          <a:latin typeface="Gill Sans MT"/>
                          <a:ea typeface="Gill Sans MT"/>
                          <a:cs typeface="Gill Sans MT"/>
                        </a:rPr>
                        <a:t>0,0405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8AFD960-AF9B-42E4-B2AB-F3C50610577E}"/>
              </a:ext>
            </a:extLst>
          </p:cNvPr>
          <p:cNvSpPr>
            <a:spLocks xmlns:a="http://schemas.openxmlformats.org/drawingml/2006/main" noGrp="1"/>
          </p:cNvSpPr>
          <p:nvPr/>
        </p:nvSpPr>
        <p:spPr>
          <a:xfrm xmlns:a="http://schemas.openxmlformats.org/drawingml/2006/main">
            <a:off x="1190625" y="525780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A2B4B"/>
                </a:solidFill>
                <a:latin typeface="Gill Sans MT"/>
                <a:ea typeface="Gill Sans MT"/>
                <a:cs typeface="Gill Sans MT"/>
              </a:defRPr>
            </a:pPr>
            <a:r>
              <a:rPr sz="2175" b="1">
                <a:solidFill>
                  <a:srgbClr val="0A2B4B"/>
                </a:solidFill>
                <a:latin typeface="Gill Sans MT"/>
                <a:ea typeface="Gill Sans MT"/>
                <a:cs typeface="Gill Sans MT"/>
              </a:rPr>
              <a:t>LightGBM reduce 7,4 % el RMSE frente a Lasso</a:t>
            </a:r>
          </a:p>
        </p:txBody>
      </p:sp>
      <p:sp>
        <p:nvSpPr>
          <p:cNvPr id="7" name="">
            <a:extLst xmlns:a="http://schemas.openxmlformats.org/drawingml/2006/main">
              <a:ext uri="{FF2B5EF4-FFF2-40B4-BE49-F238E27FC236}">
                <a16:creationId xmlns:a16="http://schemas.microsoft.com/office/drawing/2014/main" id="{E81F225D-47D6-4026-B4D2-53AF6457F734}"/>
              </a:ext>
            </a:extLst>
          </p:cNvPr>
          <p:cNvSpPr>
            <a:spLocks xmlns:a="http://schemas.openxmlformats.org/drawingml/2006/main" noGrp="1"/>
          </p:cNvSpPr>
          <p:nvPr/>
        </p:nvSpPr>
        <p:spPr>
          <a:xfrm xmlns:a="http://schemas.openxmlformats.org/drawingml/2006/main">
            <a:off x="1190625" y="56959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0A2B4B"/>
                </a:solidFill>
                <a:latin typeface="Gill Sans MT"/>
                <a:ea typeface="Gill Sans MT"/>
                <a:cs typeface="Gill Sans MT"/>
              </a:defRPr>
            </a:pPr>
            <a:r>
              <a:rPr sz="1500" b="0">
                <a:solidFill>
                  <a:srgbClr val="0A2B4B"/>
                </a:solidFill>
                <a:latin typeface="Gill Sans MT"/>
                <a:ea typeface="Gill Sans MT"/>
                <a:cs typeface="Gill Sans MT"/>
              </a:rPr>
              <a:t>Resultados aceptados. Un año de prueba; sin intervalos formales.</a:t>
            </a:r>
          </a:p>
        </p:txBody>
      </p:sp>
    </p:spTree>
    <p:extLst>
      <p:ext uri="{BB962C8B-B14F-4D97-AF65-F5344CB8AC3E}">
        <p14:creationId xmlns:p14="http://schemas.microsoft.com/office/powerpoint/2010/main" val="2844382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2040AE-A401-4E7C-9489-AC516C0384AA}"/>
              </a:ext>
            </a:extLst>
          </p:cNvPr>
          <p:cNvSpPr>
            <a:spLocks xmlns:a="http://schemas.openxmlformats.org/drawingml/2006/main" noGrp="1"/>
          </p:cNvSpPr>
          <p:nvPr/>
        </p:nvSpPr>
        <p:spPr>
          <a:xfrm xmlns:a="http://schemas.openxmlformats.org/drawingml/2006/main">
            <a:off x="857250" y="1409700"/>
            <a:ext cx="10620375" cy="619125"/>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03B88C-A93B-4DAE-B658-1D4DA1DC1B11}"/>
              </a:ext>
            </a:extLst>
          </p:cNvPr>
          <p:cNvSpPr>
            <a:spLocks xmlns:a="http://schemas.openxmlformats.org/drawingml/2006/main" noGrp="1"/>
          </p:cNvSpPr>
          <p:nvPr/>
        </p:nvSpPr>
        <p:spPr>
          <a:xfrm xmlns:a="http://schemas.openxmlformats.org/drawingml/2006/main">
            <a:off x="1009650" y="1457325"/>
            <a:ext cx="1028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FFFFF"/>
                </a:solidFill>
                <a:latin typeface="Gill Sans MT"/>
                <a:ea typeface="Gill Sans MT"/>
                <a:cs typeface="Gill Sans MT"/>
              </a:defRPr>
            </a:pPr>
            <a:r>
              <a:rPr sz="2550" b="1">
                <a:solidFill>
                  <a:srgbClr val="FFFFFF"/>
                </a:solidFill>
                <a:latin typeface="Gill Sans MT"/>
                <a:ea typeface="Gill Sans MT"/>
                <a:cs typeface="Gill Sans MT"/>
              </a:rPr>
              <a:t>Interpretabilidad mediante SHAP</a:t>
            </a:r>
          </a:p>
        </p:txBody>
      </p:sp>
      <p:sp>
        <p:nvSpPr>
          <p:cNvPr id="3" name="">
            <a:extLst xmlns:a="http://schemas.openxmlformats.org/drawingml/2006/main">
              <a:ext uri="{FF2B5EF4-FFF2-40B4-BE49-F238E27FC236}">
                <a16:creationId xmlns:a16="http://schemas.microsoft.com/office/drawing/2014/main" id="{32474D59-BC38-4D88-B6E9-666ABC6549CD}"/>
              </a:ext>
            </a:extLst>
          </p:cNvPr>
          <p:cNvSpPr>
            <a:spLocks xmlns:a="http://schemas.openxmlformats.org/drawingml/2006/main" noGrp="1"/>
          </p:cNvSpPr>
          <p:nvPr/>
        </p:nvSpPr>
        <p:spPr>
          <a:xfrm xmlns:a="http://schemas.openxmlformats.org/drawingml/2006/main">
            <a:off x="857250" y="2133600"/>
            <a:ext cx="10620375" cy="3981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D0F04C-18BE-4325-AD24-D212E19EB04A}"/>
              </a:ext>
            </a:extLst>
          </p:cNvPr>
          <p:cNvSpPr>
            <a:spLocks xmlns:a="http://schemas.openxmlformats.org/drawingml/2006/main" noGrp="1"/>
          </p:cNvSpPr>
          <p:nvPr/>
        </p:nvSpPr>
        <p:spPr>
          <a:xfrm xmlns:a="http://schemas.openxmlformats.org/drawingml/2006/main">
            <a:off x="1571625" y="62865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FFFFFF"/>
                </a:solidFill>
                <a:latin typeface="Gill Sans MT"/>
                <a:ea typeface="Gill Sans MT"/>
                <a:cs typeface="Gill Sans MT"/>
              </a:defRPr>
            </a:pPr>
            <a:r>
              <a:rPr sz="1275" b="0">
                <a:solidFill>
                  <a:srgbClr val="FFFFFF"/>
                </a:solidFill>
                <a:latin typeface="Gill Sans MT"/>
                <a:ea typeface="Gill Sans MT"/>
                <a:cs typeface="Gill Sans MT"/>
              </a:rPr>
              <a:t>CONACIC 2026 · Paper 17 · DRAFT · 8/10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f47cc8c280b4103"/>
          <a:stretch xmlns:a="http://schemas.openxmlformats.org/drawingml/2006/main"/>
        </p:blipFill>
        <p:spPr>
          <a:xfrm xmlns:a="http://schemas.openxmlformats.org/drawingml/2006/main">
            <a:off x="1925909" y="2200275"/>
            <a:ext cx="4101558" cy="3857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251D361-470A-483F-BDDF-E61230CCABF6}"/>
              </a:ext>
            </a:extLst>
          </p:cNvPr>
          <p:cNvSpPr>
            <a:spLocks xmlns:a="http://schemas.openxmlformats.org/drawingml/2006/main" noGrp="1"/>
          </p:cNvSpPr>
          <p:nvPr/>
        </p:nvSpPr>
        <p:spPr>
          <a:xfrm xmlns:a="http://schemas.openxmlformats.org/drawingml/2006/main">
            <a:off x="7219950" y="2505075"/>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A2B4B"/>
                </a:solidFill>
                <a:latin typeface="Gill Sans MT"/>
                <a:ea typeface="Gill Sans MT"/>
                <a:cs typeface="Gill Sans MT"/>
              </a:defRPr>
            </a:pPr>
            <a:r>
              <a:rPr sz="2100" b="1">
                <a:solidFill>
                  <a:srgbClr val="0A2B4B"/>
                </a:solidFill>
                <a:latin typeface="Gill Sans MT"/>
                <a:ea typeface="Gill Sans MT"/>
                <a:cs typeface="Gill Sans MT"/>
              </a:rPr>
              <a:t>Mayor influencia del historial</a:t>
            </a:r>
          </a:p>
        </p:txBody>
      </p:sp>
      <p:sp>
        <p:nvSpPr>
          <p:cNvPr id="7" name="">
            <a:extLst xmlns:a="http://schemas.openxmlformats.org/drawingml/2006/main">
              <a:ext uri="{FF2B5EF4-FFF2-40B4-BE49-F238E27FC236}">
                <a16:creationId xmlns:a16="http://schemas.microsoft.com/office/drawing/2014/main" id="{E5B98631-0ED3-4859-B0C6-B3BA27B5EBE6}"/>
              </a:ext>
            </a:extLst>
          </p:cNvPr>
          <p:cNvSpPr>
            <a:spLocks xmlns:a="http://schemas.openxmlformats.org/drawingml/2006/main" noGrp="1"/>
          </p:cNvSpPr>
          <p:nvPr/>
        </p:nvSpPr>
        <p:spPr>
          <a:xfrm xmlns:a="http://schemas.openxmlformats.org/drawingml/2006/main">
            <a:off x="7219950" y="3457575"/>
            <a:ext cx="409575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1. Rezago global más reciente</a:t>
            </a:r>
          </a:p>
          <a:p xmlns:a="http://schemas.openxmlformats.org/drawingml/2006/main">
            <a:r>
              <a:t/>
            </a:r>
          </a:p>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2. Segundo rezago global</a:t>
            </a:r>
          </a:p>
          <a:p xmlns:a="http://schemas.openxmlformats.org/drawingml/2006/main">
            <a:r>
              <a:t/>
            </a:r>
          </a:p>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3. Rezago de la prueba</a:t>
            </a:r>
          </a:p>
        </p:txBody>
      </p:sp>
      <p:sp>
        <p:nvSpPr>
          <p:cNvPr id="8" name="">
            <a:extLst xmlns:a="http://schemas.openxmlformats.org/drawingml/2006/main">
              <a:ext uri="{FF2B5EF4-FFF2-40B4-BE49-F238E27FC236}">
                <a16:creationId xmlns:a16="http://schemas.microsoft.com/office/drawing/2014/main" id="{27F5BDA4-2237-4FF6-BE45-7B4F35AA0796}"/>
              </a:ext>
            </a:extLst>
          </p:cNvPr>
          <p:cNvSpPr>
            <a:spLocks xmlns:a="http://schemas.openxmlformats.org/drawingml/2006/main" noGrp="1"/>
          </p:cNvSpPr>
          <p:nvPr/>
        </p:nvSpPr>
        <p:spPr>
          <a:xfrm xmlns:a="http://schemas.openxmlformats.org/drawingml/2006/main">
            <a:off x="7219950" y="5334000"/>
            <a:ext cx="3905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0A2B4B"/>
                </a:solidFill>
                <a:latin typeface="Gill Sans MT"/>
                <a:ea typeface="Gill Sans MT"/>
                <a:cs typeface="Gill Sans MT"/>
              </a:defRPr>
            </a:pPr>
            <a:r>
              <a:rPr sz="1725" b="0">
                <a:solidFill>
                  <a:srgbClr val="0A2B4B"/>
                </a:solidFill>
                <a:latin typeface="Gill Sans MT"/>
                <a:ea typeface="Gill Sans MT"/>
                <a:cs typeface="Gill Sans MT"/>
              </a:rPr>
              <a:t>Asociación predictiva</a:t>
            </a:r>
          </a:p>
          <a:p xmlns:a="http://schemas.openxmlformats.org/drawingml/2006/main">
            <a:pPr>
              <a:defRPr sz="1725" b="0">
                <a:solidFill>
                  <a:srgbClr val="0A2B4B"/>
                </a:solidFill>
                <a:latin typeface="Gill Sans MT"/>
                <a:ea typeface="Gill Sans MT"/>
                <a:cs typeface="Gill Sans MT"/>
              </a:defRPr>
            </a:pPr>
            <a:r>
              <a:rPr sz="1725" b="0">
                <a:solidFill>
                  <a:srgbClr val="0A2B4B"/>
                </a:solidFill>
                <a:latin typeface="Gill Sans MT"/>
                <a:ea typeface="Gill Sans MT"/>
                <a:cs typeface="Gill Sans MT"/>
              </a:rPr>
              <a:t>sin interpretación causal</a:t>
            </a:r>
          </a:p>
        </p:txBody>
      </p:sp>
    </p:spTree>
    <p:extLst>
      <p:ext uri="{BB962C8B-B14F-4D97-AF65-F5344CB8AC3E}">
        <p14:creationId xmlns:p14="http://schemas.microsoft.com/office/powerpoint/2010/main" val="198561750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B86C16-7037-400B-B97D-352C5DFEB8C8}"/>
              </a:ext>
            </a:extLst>
          </p:cNvPr>
          <p:cNvSpPr>
            <a:spLocks xmlns:a="http://schemas.openxmlformats.org/drawingml/2006/main" noGrp="1"/>
          </p:cNvSpPr>
          <p:nvPr/>
        </p:nvSpPr>
        <p:spPr>
          <a:xfrm xmlns:a="http://schemas.openxmlformats.org/drawingml/2006/main">
            <a:off x="857250" y="1409700"/>
            <a:ext cx="10620375" cy="619125"/>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FD3DA2-E806-45C7-ACA6-DF93F6C717C0}"/>
              </a:ext>
            </a:extLst>
          </p:cNvPr>
          <p:cNvSpPr>
            <a:spLocks xmlns:a="http://schemas.openxmlformats.org/drawingml/2006/main" noGrp="1"/>
          </p:cNvSpPr>
          <p:nvPr/>
        </p:nvSpPr>
        <p:spPr>
          <a:xfrm xmlns:a="http://schemas.openxmlformats.org/drawingml/2006/main">
            <a:off x="1009650" y="1457325"/>
            <a:ext cx="1028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FFFFF"/>
                </a:solidFill>
                <a:latin typeface="Gill Sans MT"/>
                <a:ea typeface="Gill Sans MT"/>
                <a:cs typeface="Gill Sans MT"/>
              </a:defRPr>
            </a:pPr>
            <a:r>
              <a:rPr sz="2550" b="1">
                <a:solidFill>
                  <a:srgbClr val="FFFFFF"/>
                </a:solidFill>
                <a:latin typeface="Gill Sans MT"/>
                <a:ea typeface="Gill Sans MT"/>
                <a:cs typeface="Gill Sans MT"/>
              </a:rPr>
              <a:t>Errores y límites de generalización</a:t>
            </a:r>
          </a:p>
        </p:txBody>
      </p:sp>
      <p:sp>
        <p:nvSpPr>
          <p:cNvPr id="3" name="">
            <a:extLst xmlns:a="http://schemas.openxmlformats.org/drawingml/2006/main">
              <a:ext uri="{FF2B5EF4-FFF2-40B4-BE49-F238E27FC236}">
                <a16:creationId xmlns:a16="http://schemas.microsoft.com/office/drawing/2014/main" id="{DB57CF5C-72EA-4004-A1B1-AC245EC76962}"/>
              </a:ext>
            </a:extLst>
          </p:cNvPr>
          <p:cNvSpPr>
            <a:spLocks xmlns:a="http://schemas.openxmlformats.org/drawingml/2006/main" noGrp="1"/>
          </p:cNvSpPr>
          <p:nvPr/>
        </p:nvSpPr>
        <p:spPr>
          <a:xfrm xmlns:a="http://schemas.openxmlformats.org/drawingml/2006/main">
            <a:off x="857250" y="2133600"/>
            <a:ext cx="10620375" cy="3981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DBA89F-658B-4837-96B1-E89C61310A4B}"/>
              </a:ext>
            </a:extLst>
          </p:cNvPr>
          <p:cNvSpPr>
            <a:spLocks xmlns:a="http://schemas.openxmlformats.org/drawingml/2006/main" noGrp="1"/>
          </p:cNvSpPr>
          <p:nvPr/>
        </p:nvSpPr>
        <p:spPr>
          <a:xfrm xmlns:a="http://schemas.openxmlformats.org/drawingml/2006/main">
            <a:off x="1571625" y="62865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FFFFFF"/>
                </a:solidFill>
                <a:latin typeface="Gill Sans MT"/>
                <a:ea typeface="Gill Sans MT"/>
                <a:cs typeface="Gill Sans MT"/>
              </a:defRPr>
            </a:pPr>
            <a:r>
              <a:rPr sz="1275" b="0">
                <a:solidFill>
                  <a:srgbClr val="FFFFFF"/>
                </a:solidFill>
                <a:latin typeface="Gill Sans MT"/>
                <a:ea typeface="Gill Sans MT"/>
                <a:cs typeface="Gill Sans MT"/>
              </a:rPr>
              <a:t>CONACIC 2026 · Paper 17 · DRAFT · 9/10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01ae1adee7e4e0e"/>
          <a:stretch xmlns:a="http://schemas.openxmlformats.org/drawingml/2006/main"/>
        </p:blipFill>
        <p:spPr>
          <a:xfrm xmlns:a="http://schemas.openxmlformats.org/drawingml/2006/main">
            <a:off x="1792346" y="2219325"/>
            <a:ext cx="4321057" cy="3762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F1AD576-D2CF-441B-985B-495D05844DE4}"/>
              </a:ext>
            </a:extLst>
          </p:cNvPr>
          <p:cNvSpPr>
            <a:spLocks xmlns:a="http://schemas.openxmlformats.org/drawingml/2006/main" noGrp="1"/>
          </p:cNvSpPr>
          <p:nvPr/>
        </p:nvSpPr>
        <p:spPr>
          <a:xfrm xmlns:a="http://schemas.openxmlformats.org/drawingml/2006/main">
            <a:off x="7143750" y="23717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A2B4B"/>
                </a:solidFill>
                <a:latin typeface="Gill Sans MT"/>
                <a:ea typeface="Gill Sans MT"/>
                <a:cs typeface="Gill Sans MT"/>
              </a:defRPr>
            </a:pPr>
            <a:r>
              <a:rPr sz="2025" b="1">
                <a:solidFill>
                  <a:srgbClr val="0A2B4B"/>
                </a:solidFill>
                <a:latin typeface="Gill Sans MT"/>
                <a:ea typeface="Gill Sans MT"/>
                <a:cs typeface="Gill Sans MT"/>
              </a:rPr>
              <a:t>RMSE por departamento</a:t>
            </a:r>
          </a:p>
        </p:txBody>
      </p:sp>
      <p:sp>
        <p:nvSpPr>
          <p:cNvPr id="7" name="">
            <a:extLst xmlns:a="http://schemas.openxmlformats.org/drawingml/2006/main">
              <a:ext uri="{FF2B5EF4-FFF2-40B4-BE49-F238E27FC236}">
                <a16:creationId xmlns:a16="http://schemas.microsoft.com/office/drawing/2014/main" id="{61EA9A1D-CD87-4205-8031-054F15AD07C5}"/>
              </a:ext>
            </a:extLst>
          </p:cNvPr>
          <p:cNvSpPr>
            <a:spLocks xmlns:a="http://schemas.openxmlformats.org/drawingml/2006/main" noGrp="1"/>
          </p:cNvSpPr>
          <p:nvPr/>
        </p:nvSpPr>
        <p:spPr>
          <a:xfrm xmlns:a="http://schemas.openxmlformats.org/drawingml/2006/main">
            <a:off x="7143750" y="2952750"/>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Sucre          13,29  (n = 366)</a:t>
            </a:r>
          </a:p>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Chocó          12,03  (n = 243)</a:t>
            </a:r>
          </a:p>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Putumayo   11,18  (n = 54)</a:t>
            </a:r>
          </a:p>
        </p:txBody>
      </p:sp>
      <p:sp>
        <p:nvSpPr>
          <p:cNvPr id="8" name="">
            <a:extLst xmlns:a="http://schemas.openxmlformats.org/drawingml/2006/main">
              <a:ext uri="{FF2B5EF4-FFF2-40B4-BE49-F238E27FC236}">
                <a16:creationId xmlns:a16="http://schemas.microsoft.com/office/drawing/2014/main" id="{B94FEA67-9124-479E-A4F2-607093740135}"/>
              </a:ext>
            </a:extLst>
          </p:cNvPr>
          <p:cNvSpPr>
            <a:spLocks xmlns:a="http://schemas.openxmlformats.org/drawingml/2006/main" noGrp="1"/>
          </p:cNvSpPr>
          <p:nvPr/>
        </p:nvSpPr>
        <p:spPr>
          <a:xfrm xmlns:a="http://schemas.openxmlformats.org/drawingml/2006/main">
            <a:off x="7143750" y="4476750"/>
            <a:ext cx="419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Cinco años de datos</a:t>
            </a:r>
          </a:p>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Un único año de prueba</a:t>
            </a:r>
          </a:p>
          <a:p xmlns:a="http://schemas.openxmlformats.org/drawingml/2006/main">
            <a:pPr>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Sin covariables socioeconómicas</a:t>
            </a:r>
          </a:p>
        </p:txBody>
      </p:sp>
    </p:spTree>
    <p:extLst>
      <p:ext uri="{BB962C8B-B14F-4D97-AF65-F5344CB8AC3E}">
        <p14:creationId xmlns:p14="http://schemas.microsoft.com/office/powerpoint/2010/main" val="34965398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46A844-DD42-4C4B-A705-2C6FBD76E30B}"/>
              </a:ext>
            </a:extLst>
          </p:cNvPr>
          <p:cNvSpPr>
            <a:spLocks xmlns:a="http://schemas.openxmlformats.org/drawingml/2006/main" noGrp="1"/>
          </p:cNvSpPr>
          <p:nvPr/>
        </p:nvSpPr>
        <p:spPr>
          <a:xfrm xmlns:a="http://schemas.openxmlformats.org/drawingml/2006/main">
            <a:off x="857250" y="1409700"/>
            <a:ext cx="10620375" cy="619125"/>
          </a:xfrm>
          <a:prstGeom xmlns:a="http://schemas.openxmlformats.org/drawingml/2006/main" prst="rect">
            <a:avLst/>
          </a:prstGeom>
          <a:solidFill xmlns:a="http://schemas.openxmlformats.org/drawingml/2006/main">
            <a:srgbClr val="0A2B4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4A5007-4690-4887-B9C2-188F2DE4A277}"/>
              </a:ext>
            </a:extLst>
          </p:cNvPr>
          <p:cNvSpPr>
            <a:spLocks xmlns:a="http://schemas.openxmlformats.org/drawingml/2006/main" noGrp="1"/>
          </p:cNvSpPr>
          <p:nvPr/>
        </p:nvSpPr>
        <p:spPr>
          <a:xfrm xmlns:a="http://schemas.openxmlformats.org/drawingml/2006/main">
            <a:off x="1009650" y="1457325"/>
            <a:ext cx="1028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FFFFFF"/>
                </a:solidFill>
                <a:latin typeface="Gill Sans MT"/>
                <a:ea typeface="Gill Sans MT"/>
                <a:cs typeface="Gill Sans MT"/>
              </a:defRPr>
            </a:pPr>
            <a:r>
              <a:rPr sz="2550" b="1">
                <a:solidFill>
                  <a:srgbClr val="FFFFFF"/>
                </a:solidFill>
                <a:latin typeface="Gill Sans MT"/>
                <a:ea typeface="Gill Sans MT"/>
                <a:cs typeface="Gill Sans MT"/>
              </a:rPr>
              <a:t>Conclusiones y trabajo futuro</a:t>
            </a:r>
          </a:p>
        </p:txBody>
      </p:sp>
      <p:sp>
        <p:nvSpPr>
          <p:cNvPr id="3" name="">
            <a:extLst xmlns:a="http://schemas.openxmlformats.org/drawingml/2006/main">
              <a:ext uri="{FF2B5EF4-FFF2-40B4-BE49-F238E27FC236}">
                <a16:creationId xmlns:a16="http://schemas.microsoft.com/office/drawing/2014/main" id="{AD9A9507-7727-4924-8082-1A13431652B2}"/>
              </a:ext>
            </a:extLst>
          </p:cNvPr>
          <p:cNvSpPr>
            <a:spLocks xmlns:a="http://schemas.openxmlformats.org/drawingml/2006/main" noGrp="1"/>
          </p:cNvSpPr>
          <p:nvPr/>
        </p:nvSpPr>
        <p:spPr>
          <a:xfrm xmlns:a="http://schemas.openxmlformats.org/drawingml/2006/main">
            <a:off x="857250" y="2133600"/>
            <a:ext cx="10620375" cy="3981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8534A4-0842-4C34-8DDF-5E73E4B5FA52}"/>
              </a:ext>
            </a:extLst>
          </p:cNvPr>
          <p:cNvSpPr>
            <a:spLocks xmlns:a="http://schemas.openxmlformats.org/drawingml/2006/main" noGrp="1"/>
          </p:cNvSpPr>
          <p:nvPr/>
        </p:nvSpPr>
        <p:spPr>
          <a:xfrm xmlns:a="http://schemas.openxmlformats.org/drawingml/2006/main">
            <a:off x="1571625" y="62865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FFFFFF"/>
                </a:solidFill>
                <a:latin typeface="Gill Sans MT"/>
                <a:ea typeface="Gill Sans MT"/>
                <a:cs typeface="Gill Sans MT"/>
              </a:defRPr>
            </a:pPr>
            <a:r>
              <a:rPr sz="1275" b="0">
                <a:solidFill>
                  <a:srgbClr val="FFFFFF"/>
                </a:solidFill>
                <a:latin typeface="Gill Sans MT"/>
                <a:ea typeface="Gill Sans MT"/>
                <a:cs typeface="Gill Sans MT"/>
              </a:rPr>
              <a:t>CONACIC 2026 · Paper 17 · DRAFT · 10/10</a:t>
            </a:r>
          </a:p>
        </p:txBody>
      </p:sp>
      <p:sp>
        <p:nvSpPr>
          <p:cNvPr id="5" name="">
            <a:extLst xmlns:a="http://schemas.openxmlformats.org/drawingml/2006/main">
              <a:ext uri="{FF2B5EF4-FFF2-40B4-BE49-F238E27FC236}">
                <a16:creationId xmlns:a16="http://schemas.microsoft.com/office/drawing/2014/main" id="{02D10592-516B-4121-89BC-71CF5F67FCEA}"/>
              </a:ext>
            </a:extLst>
          </p:cNvPr>
          <p:cNvSpPr>
            <a:spLocks xmlns:a="http://schemas.openxmlformats.org/drawingml/2006/main" noGrp="1"/>
          </p:cNvSpPr>
          <p:nvPr/>
        </p:nvSpPr>
        <p:spPr>
          <a:xfrm xmlns:a="http://schemas.openxmlformats.org/drawingml/2006/main">
            <a:off x="1181100" y="2390775"/>
            <a:ext cx="942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A2B4B"/>
                </a:solidFill>
                <a:latin typeface="Gill Sans MT"/>
                <a:ea typeface="Gill Sans MT"/>
                <a:cs typeface="Gill Sans MT"/>
              </a:defRPr>
            </a:pPr>
            <a:r>
              <a:rPr sz="2100" b="1">
                <a:solidFill>
                  <a:srgbClr val="0A2B4B"/>
                </a:solidFill>
                <a:latin typeface="Gill Sans MT"/>
                <a:ea typeface="Gill Sans MT"/>
                <a:cs typeface="Gill Sans MT"/>
              </a:rPr>
              <a:t>Resultado</a:t>
            </a:r>
          </a:p>
        </p:txBody>
      </p:sp>
      <p:sp>
        <p:nvSpPr>
          <p:cNvPr id="6" name="">
            <a:extLst xmlns:a="http://schemas.openxmlformats.org/drawingml/2006/main">
              <a:ext uri="{FF2B5EF4-FFF2-40B4-BE49-F238E27FC236}">
                <a16:creationId xmlns:a16="http://schemas.microsoft.com/office/drawing/2014/main" id="{C384FBAD-D4CB-43D1-8731-FE8F0FA47731}"/>
              </a:ext>
            </a:extLst>
          </p:cNvPr>
          <p:cNvSpPr>
            <a:spLocks xmlns:a="http://schemas.openxmlformats.org/drawingml/2006/main" noGrp="1"/>
          </p:cNvSpPr>
          <p:nvPr/>
        </p:nvSpPr>
        <p:spPr>
          <a:xfrm xmlns:a="http://schemas.openxmlformats.org/drawingml/2006/main">
            <a:off x="1181100" y="285750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0A2B4B"/>
                </a:solidFill>
                <a:latin typeface="Gill Sans MT"/>
                <a:ea typeface="Gill Sans MT"/>
                <a:cs typeface="Gill Sans MT"/>
              </a:defRPr>
            </a:pPr>
            <a:r>
              <a:rPr sz="2325" b="0">
                <a:solidFill>
                  <a:srgbClr val="0A2B4B"/>
                </a:solidFill>
                <a:latin typeface="Gill Sans MT"/>
                <a:ea typeface="Gill Sans MT"/>
                <a:cs typeface="Gill Sans MT"/>
              </a:rPr>
              <a:t>LightGBM: RMSE 9,33 y R² 0,706 en 2024</a:t>
            </a:r>
          </a:p>
        </p:txBody>
      </p:sp>
      <p:sp>
        <p:nvSpPr>
          <p:cNvPr id="7" name="">
            <a:extLst xmlns:a="http://schemas.openxmlformats.org/drawingml/2006/main">
              <a:ext uri="{FF2B5EF4-FFF2-40B4-BE49-F238E27FC236}">
                <a16:creationId xmlns:a16="http://schemas.microsoft.com/office/drawing/2014/main" id="{6B2A8B7F-F3CF-4376-A84C-2FF6E534328A}"/>
              </a:ext>
            </a:extLst>
          </p:cNvPr>
          <p:cNvSpPr>
            <a:spLocks xmlns:a="http://schemas.openxmlformats.org/drawingml/2006/main" noGrp="1"/>
          </p:cNvSpPr>
          <p:nvPr/>
        </p:nvSpPr>
        <p:spPr>
          <a:xfrm xmlns:a="http://schemas.openxmlformats.org/drawingml/2006/main">
            <a:off x="1181100" y="3533775"/>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A2B4B"/>
                </a:solidFill>
                <a:latin typeface="Gill Sans MT"/>
                <a:ea typeface="Gill Sans MT"/>
                <a:cs typeface="Gill Sans MT"/>
              </a:defRPr>
            </a:pPr>
            <a:r>
              <a:rPr sz="2100" b="1">
                <a:solidFill>
                  <a:srgbClr val="0A2B4B"/>
                </a:solidFill>
                <a:latin typeface="Gill Sans MT"/>
                <a:ea typeface="Gill Sans MT"/>
                <a:cs typeface="Gill Sans MT"/>
              </a:rPr>
              <a:t>Alcance</a:t>
            </a:r>
          </a:p>
        </p:txBody>
      </p:sp>
      <p:sp>
        <p:nvSpPr>
          <p:cNvPr id="8" name="">
            <a:extLst xmlns:a="http://schemas.openxmlformats.org/drawingml/2006/main">
              <a:ext uri="{FF2B5EF4-FFF2-40B4-BE49-F238E27FC236}">
                <a16:creationId xmlns:a16="http://schemas.microsoft.com/office/drawing/2014/main" id="{2550646A-92A2-4D7B-998B-63DD694B9460}"/>
              </a:ext>
            </a:extLst>
          </p:cNvPr>
          <p:cNvSpPr>
            <a:spLocks xmlns:a="http://schemas.openxmlformats.org/drawingml/2006/main" noGrp="1"/>
          </p:cNvSpPr>
          <p:nvPr/>
        </p:nvSpPr>
        <p:spPr>
          <a:xfrm xmlns:a="http://schemas.openxmlformats.org/drawingml/2006/main">
            <a:off x="1181100" y="3971925"/>
            <a:ext cx="981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0A2B4B"/>
                </a:solidFill>
                <a:latin typeface="Gill Sans MT"/>
                <a:ea typeface="Gill Sans MT"/>
                <a:cs typeface="Gill Sans MT"/>
              </a:defRPr>
            </a:pPr>
            <a:r>
              <a:rPr sz="2025" b="0">
                <a:solidFill>
                  <a:srgbClr val="0A2B4B"/>
                </a:solidFill>
                <a:latin typeface="Gill Sans MT"/>
                <a:ea typeface="Gill Sans MT"/>
                <a:cs typeface="Gill Sans MT"/>
              </a:rPr>
              <a:t>Historial útil, datos agregados y evidencia de un solo corte</a:t>
            </a:r>
          </a:p>
        </p:txBody>
      </p:sp>
      <p:sp>
        <p:nvSpPr>
          <p:cNvPr id="9" name="">
            <a:extLst xmlns:a="http://schemas.openxmlformats.org/drawingml/2006/main">
              <a:ext uri="{FF2B5EF4-FFF2-40B4-BE49-F238E27FC236}">
                <a16:creationId xmlns:a16="http://schemas.microsoft.com/office/drawing/2014/main" id="{5C1F1E14-E684-453D-B2B2-1CABF89A91AF}"/>
              </a:ext>
            </a:extLst>
          </p:cNvPr>
          <p:cNvSpPr>
            <a:spLocks xmlns:a="http://schemas.openxmlformats.org/drawingml/2006/main" noGrp="1"/>
          </p:cNvSpPr>
          <p:nvPr/>
        </p:nvSpPr>
        <p:spPr>
          <a:xfrm xmlns:a="http://schemas.openxmlformats.org/drawingml/2006/main">
            <a:off x="1181100" y="4610100"/>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A2B4B"/>
                </a:solidFill>
                <a:latin typeface="Gill Sans MT"/>
                <a:ea typeface="Gill Sans MT"/>
                <a:cs typeface="Gill Sans MT"/>
              </a:defRPr>
            </a:pPr>
            <a:r>
              <a:rPr sz="2100" b="1">
                <a:solidFill>
                  <a:srgbClr val="0A2B4B"/>
                </a:solidFill>
                <a:latin typeface="Gill Sans MT"/>
                <a:ea typeface="Gill Sans MT"/>
                <a:cs typeface="Gill Sans MT"/>
              </a:rPr>
              <a:t>Trabajo futuro</a:t>
            </a:r>
          </a:p>
        </p:txBody>
      </p:sp>
      <p:sp>
        <p:nvSpPr>
          <p:cNvPr id="10" name="">
            <a:extLst xmlns:a="http://schemas.openxmlformats.org/drawingml/2006/main">
              <a:ext uri="{FF2B5EF4-FFF2-40B4-BE49-F238E27FC236}">
                <a16:creationId xmlns:a16="http://schemas.microsoft.com/office/drawing/2014/main" id="{4D9AA4CE-767A-4FAD-8047-7D55B1872787}"/>
              </a:ext>
            </a:extLst>
          </p:cNvPr>
          <p:cNvSpPr>
            <a:spLocks xmlns:a="http://schemas.openxmlformats.org/drawingml/2006/main" noGrp="1"/>
          </p:cNvSpPr>
          <p:nvPr/>
        </p:nvSpPr>
        <p:spPr>
          <a:xfrm xmlns:a="http://schemas.openxmlformats.org/drawingml/2006/main">
            <a:off x="1181100" y="5067300"/>
            <a:ext cx="9810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0A2B4B"/>
                </a:solidFill>
                <a:latin typeface="Gill Sans MT"/>
                <a:ea typeface="Gill Sans MT"/>
                <a:cs typeface="Gill Sans MT"/>
              </a:defRPr>
            </a:pPr>
            <a:r>
              <a:rPr sz="2025" b="0">
                <a:solidFill>
                  <a:srgbClr val="0A2B4B"/>
                </a:solidFill>
                <a:latin typeface="Gill Sans MT"/>
                <a:ea typeface="Gill Sans MT"/>
                <a:cs typeface="Gill Sans MT"/>
              </a:rPr>
              <a:t>Varios cortes temporales, revisión de variables y validación institucional</a:t>
            </a:r>
          </a:p>
        </p:txBody>
      </p:sp>
    </p:spTree>
    <p:extLst>
      <p:ext uri="{BB962C8B-B14F-4D97-AF65-F5344CB8AC3E}">
        <p14:creationId xmlns:p14="http://schemas.microsoft.com/office/powerpoint/2010/main" val="1830742814"/>
      </p:ext>
    </p:extLst>
  </p:cSld>
</p:sld>
</file>

<file path=ppt/theme/theme1.xml><?xml version="1.0" encoding="utf-8"?>
<a:theme xmlns:a="http://schemas.openxmlformats.org/drawingml/2006/main" name="CONACIC2020">
  <a:themeElements>
    <a:clrScheme name="Dividendo">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o">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lumMod val="100000"/>
                <a:alpha val="9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a:solidFill>
            <a:schemeClr val="phClr">
              <a:lumMod val="90000"/>
            </a:schemeClr>
          </a:solidFill>
          <a:prstDash val="solid"/>
        </a:ln>
        <a:ln w="22225">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88000">
              <a:schemeClr val="phClr">
                <a:shade val="94000"/>
                <a:lumMod val="88000"/>
                <a:satMod val="110000"/>
              </a:schemeClr>
            </a:gs>
          </a:gsLst>
          <a:lin ang="5400000" scaled="0"/>
        </a:gradFill>
        <a:gradFill rotWithShape="1">
          <a:gsLst>
            <a:gs pos="0">
              <a:schemeClr val="phClr">
                <a:tint val="90000"/>
                <a:lumMod val="110000"/>
              </a:schemeClr>
            </a:gs>
            <a:gs pos="100000">
              <a:schemeClr val="phClr">
                <a:shade val="98000"/>
                <a:lumMod val="86000"/>
                <a:satMod val="110000"/>
              </a:schemeClr>
            </a:gs>
          </a:gsLst>
          <a:path path="circle">
            <a:fillToRect l="50000" t="50000" r="100000" b="10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2026-09-15T01:03:26.7400000Z</dcterms:created>
  <dcterms:modified xsi:type="dcterms:W3CDTF">2026-09-15T01:03:26.7400000Z</dcterms:modified>
</coreProperties>
</file>